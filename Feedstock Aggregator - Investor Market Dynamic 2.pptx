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ti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2"/>
  </p:notesMasterIdLst>
  <p:handoutMasterIdLst>
    <p:handoutMasterId r:id="rId13"/>
  </p:handoutMasterIdLst>
  <p:sldIdLst>
    <p:sldId id="256" r:id="rId2"/>
    <p:sldId id="345" r:id="rId3"/>
    <p:sldId id="398" r:id="rId4"/>
    <p:sldId id="399" r:id="rId5"/>
    <p:sldId id="400" r:id="rId6"/>
    <p:sldId id="401" r:id="rId7"/>
    <p:sldId id="403" r:id="rId8"/>
    <p:sldId id="412" r:id="rId9"/>
    <p:sldId id="413" r:id="rId10"/>
    <p:sldId id="354" r:id="rId11"/>
  </p:sldIdLst>
  <p:sldSz cx="12192000" cy="6858000"/>
  <p:notesSz cx="6797675" cy="9926638"/>
  <p:embeddedFontLst>
    <p:embeddedFont>
      <p:font typeface="ShellHeavy" panose="00000700000000000000" pitchFamily="2" charset="0"/>
      <p:regular r:id="rId14"/>
      <p:bold r:id="rId15"/>
    </p:embeddedFont>
    <p:embeddedFont>
      <p:font typeface="ShellMedium" panose="00000600000000000000" pitchFamily="2" charset="0"/>
      <p:regular r:id="rId16"/>
    </p:embeddedFont>
  </p:embeddedFontLst>
  <p:defaultTex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3127">
          <p15:clr>
            <a:srgbClr val="A4A3A4"/>
          </p15:clr>
        </p15:guide>
        <p15:guide id="2" pos="214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BCE0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714" autoAdjust="0"/>
    <p:restoredTop sz="92442" autoAdjust="0"/>
  </p:normalViewPr>
  <p:slideViewPr>
    <p:cSldViewPr snapToGrid="0" snapToObjects="1" showGuides="1">
      <p:cViewPr varScale="1">
        <p:scale>
          <a:sx n="63" d="100"/>
          <a:sy n="63" d="100"/>
        </p:scale>
        <p:origin x="228" y="56"/>
      </p:cViewPr>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notesViewPr>
    <p:cSldViewPr snapToGrid="0" snapToObjects="1" showGuides="1">
      <p:cViewPr varScale="1">
        <p:scale>
          <a:sx n="62" d="100"/>
          <a:sy n="62" d="100"/>
        </p:scale>
        <p:origin x="3240" y="67"/>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en-GB" dirty="0">
              <a:latin typeface="ShellMedium" panose="00000600000000000000" pitchFamily="50" charset="0"/>
            </a:endParaRPr>
          </a:p>
        </p:txBody>
      </p:sp>
      <p:sp>
        <p:nvSpPr>
          <p:cNvPr id="3" name="Date Placeholder 2"/>
          <p:cNvSpPr>
            <a:spLocks noGrp="1"/>
          </p:cNvSpPr>
          <p:nvPr>
            <p:ph type="dt" sz="quarter" idx="1"/>
          </p:nvPr>
        </p:nvSpPr>
        <p:spPr>
          <a:xfrm>
            <a:off x="3850443" y="0"/>
            <a:ext cx="2945659" cy="496332"/>
          </a:xfrm>
          <a:prstGeom prst="rect">
            <a:avLst/>
          </a:prstGeom>
        </p:spPr>
        <p:txBody>
          <a:bodyPr vert="horz" lIns="91440" tIns="45720" rIns="91440" bIns="45720" rtlCol="0"/>
          <a:lstStyle>
            <a:lvl1pPr algn="r">
              <a:defRPr sz="1200"/>
            </a:lvl1pPr>
          </a:lstStyle>
          <a:p>
            <a:fld id="{78688C09-A274-4C07-9395-CBE67C0DE912}" type="datetimeFigureOut">
              <a:rPr lang="en-GB" smtClean="0">
                <a:latin typeface="ShellMedium" panose="00000600000000000000" pitchFamily="50" charset="0"/>
              </a:rPr>
              <a:pPr/>
              <a:t>29/10/2025</a:t>
            </a:fld>
            <a:endParaRPr lang="en-GB" dirty="0">
              <a:latin typeface="ShellMedium" panose="00000600000000000000" pitchFamily="50" charset="0"/>
            </a:endParaRPr>
          </a:p>
        </p:txBody>
      </p:sp>
      <p:sp>
        <p:nvSpPr>
          <p:cNvPr id="4" name="Footer Placeholder 3"/>
          <p:cNvSpPr>
            <a:spLocks noGrp="1"/>
          </p:cNvSpPr>
          <p:nvPr>
            <p:ph type="ftr" sz="quarter" idx="2"/>
          </p:nvPr>
        </p:nvSpPr>
        <p:spPr>
          <a:xfrm>
            <a:off x="0" y="9428583"/>
            <a:ext cx="2945659" cy="496332"/>
          </a:xfrm>
          <a:prstGeom prst="rect">
            <a:avLst/>
          </a:prstGeom>
        </p:spPr>
        <p:txBody>
          <a:bodyPr vert="horz" lIns="91440" tIns="45720" rIns="91440" bIns="45720" rtlCol="0" anchor="b"/>
          <a:lstStyle>
            <a:lvl1pPr algn="l">
              <a:defRPr sz="1200"/>
            </a:lvl1pPr>
          </a:lstStyle>
          <a:p>
            <a:endParaRPr lang="en-GB" dirty="0">
              <a:latin typeface="ShellMedium" panose="00000600000000000000" pitchFamily="50" charset="0"/>
            </a:endParaRPr>
          </a:p>
        </p:txBody>
      </p:sp>
      <p:sp>
        <p:nvSpPr>
          <p:cNvPr id="5" name="Slide Number Placeholder 4"/>
          <p:cNvSpPr>
            <a:spLocks noGrp="1"/>
          </p:cNvSpPr>
          <p:nvPr>
            <p:ph type="sldNum" sz="quarter" idx="3"/>
          </p:nvPr>
        </p:nvSpPr>
        <p:spPr>
          <a:xfrm>
            <a:off x="3850443" y="9428583"/>
            <a:ext cx="2945659" cy="496332"/>
          </a:xfrm>
          <a:prstGeom prst="rect">
            <a:avLst/>
          </a:prstGeom>
        </p:spPr>
        <p:txBody>
          <a:bodyPr vert="horz" lIns="91440" tIns="45720" rIns="91440" bIns="45720" rtlCol="0" anchor="b"/>
          <a:lstStyle>
            <a:lvl1pPr algn="r">
              <a:defRPr sz="1200"/>
            </a:lvl1pPr>
          </a:lstStyle>
          <a:p>
            <a:fld id="{18B005D9-1AAC-4E6D-B9B3-BB8CB4FD9D30}" type="slidenum">
              <a:rPr lang="en-GB" smtClean="0">
                <a:latin typeface="ShellMedium" panose="00000600000000000000" pitchFamily="50" charset="0"/>
              </a:rPr>
              <a:pPr/>
              <a:t>‹#›</a:t>
            </a:fld>
            <a:endParaRPr lang="en-GB" dirty="0">
              <a:latin typeface="ShellMedium" panose="00000600000000000000" pitchFamily="50" charset="0"/>
            </a:endParaRPr>
          </a:p>
        </p:txBody>
      </p:sp>
    </p:spTree>
    <p:extLst>
      <p:ext uri="{BB962C8B-B14F-4D97-AF65-F5344CB8AC3E}">
        <p14:creationId xmlns:p14="http://schemas.microsoft.com/office/powerpoint/2010/main" val="29679735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atin typeface="Futura Medium" pitchFamily="2" charset="0"/>
              </a:defRPr>
            </a:lvl1pPr>
          </a:lstStyle>
          <a:p>
            <a:endParaRPr lang="en-GB" dirty="0">
              <a:latin typeface="ShellMedium" panose="00000600000000000000" pitchFamily="50" charset="0"/>
            </a:endParaRPr>
          </a:p>
        </p:txBody>
      </p:sp>
      <p:sp>
        <p:nvSpPr>
          <p:cNvPr id="3" name="Date Placeholder 2"/>
          <p:cNvSpPr>
            <a:spLocks noGrp="1"/>
          </p:cNvSpPr>
          <p:nvPr>
            <p:ph type="dt" idx="1"/>
          </p:nvPr>
        </p:nvSpPr>
        <p:spPr>
          <a:xfrm>
            <a:off x="3850443" y="0"/>
            <a:ext cx="2945659" cy="496332"/>
          </a:xfrm>
          <a:prstGeom prst="rect">
            <a:avLst/>
          </a:prstGeom>
        </p:spPr>
        <p:txBody>
          <a:bodyPr vert="horz" lIns="91440" tIns="45720" rIns="91440" bIns="45720" rtlCol="0"/>
          <a:lstStyle>
            <a:lvl1pPr algn="r">
              <a:defRPr sz="1200">
                <a:latin typeface="Futura Medium" pitchFamily="2" charset="0"/>
              </a:defRPr>
            </a:lvl1pPr>
          </a:lstStyle>
          <a:p>
            <a:fld id="{E8910CE4-810D-4C84-B7AD-48C304FEA169}" type="datetimeFigureOut">
              <a:rPr lang="en-GB" smtClean="0">
                <a:latin typeface="ShellMedium" panose="00000600000000000000" pitchFamily="50" charset="0"/>
              </a:rPr>
              <a:pPr/>
              <a:t>29/10/2025</a:t>
            </a:fld>
            <a:endParaRPr lang="en-GB" dirty="0">
              <a:latin typeface="ShellMedium" panose="00000600000000000000" pitchFamily="50" charset="0"/>
            </a:endParaRPr>
          </a:p>
        </p:txBody>
      </p:sp>
      <p:sp>
        <p:nvSpPr>
          <p:cNvPr id="4" name="Slide Image Placeholder 3"/>
          <p:cNvSpPr>
            <a:spLocks noGrp="1" noRot="1" noChangeAspect="1"/>
          </p:cNvSpPr>
          <p:nvPr>
            <p:ph type="sldImg" idx="2"/>
          </p:nvPr>
        </p:nvSpPr>
        <p:spPr>
          <a:xfrm>
            <a:off x="90488" y="744538"/>
            <a:ext cx="6616700" cy="3722687"/>
          </a:xfrm>
          <a:prstGeom prst="rect">
            <a:avLst/>
          </a:prstGeom>
          <a:noFill/>
          <a:ln w="12700">
            <a:solidFill>
              <a:prstClr val="black"/>
            </a:solidFill>
          </a:ln>
        </p:spPr>
        <p:txBody>
          <a:bodyPr vert="horz" lIns="91440" tIns="45720" rIns="91440" bIns="45720" rtlCol="0" anchor="ctr"/>
          <a:lstStyle/>
          <a:p>
            <a:endParaRPr lang="en-GB" dirty="0">
              <a:latin typeface="ShellMedium" panose="00000600000000000000" pitchFamily="50" charset="0"/>
            </a:endParaRPr>
          </a:p>
        </p:txBody>
      </p:sp>
      <p:sp>
        <p:nvSpPr>
          <p:cNvPr id="5" name="Notes Placeholder 4"/>
          <p:cNvSpPr>
            <a:spLocks noGrp="1"/>
          </p:cNvSpPr>
          <p:nvPr>
            <p:ph type="body" sz="quarter" idx="3"/>
          </p:nvPr>
        </p:nvSpPr>
        <p:spPr>
          <a:xfrm>
            <a:off x="679768" y="4715153"/>
            <a:ext cx="5438140" cy="4466987"/>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6" name="Footer Placeholder 5"/>
          <p:cNvSpPr>
            <a:spLocks noGrp="1"/>
          </p:cNvSpPr>
          <p:nvPr>
            <p:ph type="ftr" sz="quarter" idx="4"/>
          </p:nvPr>
        </p:nvSpPr>
        <p:spPr>
          <a:xfrm>
            <a:off x="0" y="9428583"/>
            <a:ext cx="2945659" cy="496332"/>
          </a:xfrm>
          <a:prstGeom prst="rect">
            <a:avLst/>
          </a:prstGeom>
        </p:spPr>
        <p:txBody>
          <a:bodyPr vert="horz" lIns="91440" tIns="45720" rIns="91440" bIns="45720" rtlCol="0" anchor="b"/>
          <a:lstStyle>
            <a:lvl1pPr algn="l">
              <a:defRPr sz="1200">
                <a:latin typeface="Futura Medium" pitchFamily="2" charset="0"/>
              </a:defRPr>
            </a:lvl1pPr>
          </a:lstStyle>
          <a:p>
            <a:endParaRPr lang="en-GB" dirty="0">
              <a:latin typeface="ShellMedium" panose="00000600000000000000" pitchFamily="50" charset="0"/>
            </a:endParaRPr>
          </a:p>
        </p:txBody>
      </p:sp>
      <p:sp>
        <p:nvSpPr>
          <p:cNvPr id="7" name="Slide Number Placeholder 6"/>
          <p:cNvSpPr>
            <a:spLocks noGrp="1"/>
          </p:cNvSpPr>
          <p:nvPr>
            <p:ph type="sldNum" sz="quarter" idx="5"/>
          </p:nvPr>
        </p:nvSpPr>
        <p:spPr>
          <a:xfrm>
            <a:off x="3850443" y="9428583"/>
            <a:ext cx="2945659" cy="496332"/>
          </a:xfrm>
          <a:prstGeom prst="rect">
            <a:avLst/>
          </a:prstGeom>
        </p:spPr>
        <p:txBody>
          <a:bodyPr vert="horz" lIns="91440" tIns="45720" rIns="91440" bIns="45720" rtlCol="0" anchor="b"/>
          <a:lstStyle>
            <a:lvl1pPr algn="r">
              <a:defRPr sz="1200">
                <a:latin typeface="Futura Medium" pitchFamily="2" charset="0"/>
              </a:defRPr>
            </a:lvl1pPr>
          </a:lstStyle>
          <a:p>
            <a:fld id="{DE799493-6412-4470-9830-D005B358D66E}" type="slidenum">
              <a:rPr lang="en-GB" smtClean="0">
                <a:latin typeface="ShellMedium" panose="00000600000000000000" pitchFamily="50" charset="0"/>
              </a:rPr>
              <a:pPr/>
              <a:t>‹#›</a:t>
            </a:fld>
            <a:endParaRPr lang="en-GB" dirty="0">
              <a:latin typeface="ShellMedium" panose="00000600000000000000" pitchFamily="50" charset="0"/>
            </a:endParaRPr>
          </a:p>
        </p:txBody>
      </p:sp>
    </p:spTree>
    <p:extLst>
      <p:ext uri="{BB962C8B-B14F-4D97-AF65-F5344CB8AC3E}">
        <p14:creationId xmlns:p14="http://schemas.microsoft.com/office/powerpoint/2010/main" val="4162893719"/>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ShellMedium" panose="00000600000000000000" pitchFamily="50" charset="0"/>
        <a:ea typeface="+mn-ea"/>
        <a:cs typeface="+mn-cs"/>
      </a:defRPr>
    </a:lvl1pPr>
    <a:lvl2pPr marL="609585" algn="l" defTabSz="1219170" rtl="0" eaLnBrk="1" latinLnBrk="0" hangingPunct="1">
      <a:defRPr sz="1600" kern="1200">
        <a:solidFill>
          <a:schemeClr val="tx1"/>
        </a:solidFill>
        <a:latin typeface="ShellMedium" panose="00000600000000000000" pitchFamily="50" charset="0"/>
        <a:ea typeface="+mn-ea"/>
        <a:cs typeface="+mn-cs"/>
      </a:defRPr>
    </a:lvl2pPr>
    <a:lvl3pPr marL="1219170" algn="l" defTabSz="1219170" rtl="0" eaLnBrk="1" latinLnBrk="0" hangingPunct="1">
      <a:defRPr sz="1600" kern="1200">
        <a:solidFill>
          <a:schemeClr val="tx1"/>
        </a:solidFill>
        <a:latin typeface="ShellMedium" panose="00000600000000000000" pitchFamily="50" charset="0"/>
        <a:ea typeface="+mn-ea"/>
        <a:cs typeface="+mn-cs"/>
      </a:defRPr>
    </a:lvl3pPr>
    <a:lvl4pPr marL="1828754" algn="l" defTabSz="1219170" rtl="0" eaLnBrk="1" latinLnBrk="0" hangingPunct="1">
      <a:defRPr sz="1600" kern="1200">
        <a:solidFill>
          <a:schemeClr val="tx1"/>
        </a:solidFill>
        <a:latin typeface="ShellMedium" panose="00000600000000000000" pitchFamily="50" charset="0"/>
        <a:ea typeface="+mn-ea"/>
        <a:cs typeface="+mn-cs"/>
      </a:defRPr>
    </a:lvl4pPr>
    <a:lvl5pPr marL="2438339" algn="l" defTabSz="1219170" rtl="0" eaLnBrk="1" latinLnBrk="0" hangingPunct="1">
      <a:defRPr sz="1600" kern="1200">
        <a:solidFill>
          <a:schemeClr val="tx1"/>
        </a:solidFill>
        <a:latin typeface="ShellMedium" panose="00000600000000000000" pitchFamily="50" charset="0"/>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4538"/>
            <a:ext cx="6616700" cy="3722687"/>
          </a:xfrm>
        </p:spPr>
      </p:sp>
      <p:sp>
        <p:nvSpPr>
          <p:cNvPr id="3" name="Notes Placeholder 2"/>
          <p:cNvSpPr>
            <a:spLocks noGrp="1"/>
          </p:cNvSpPr>
          <p:nvPr>
            <p:ph type="body" idx="1"/>
          </p:nvPr>
        </p:nvSpPr>
        <p:spPr/>
        <p:txBody>
          <a:bodyPr>
            <a:normAutofit/>
          </a:bodyPr>
          <a:lstStyle/>
          <a:p>
            <a:endParaRPr lang="en-GB" dirty="0">
              <a:latin typeface="ShellMedium" panose="00000600000000000000" pitchFamily="50" charset="0"/>
            </a:endParaRPr>
          </a:p>
        </p:txBody>
      </p:sp>
      <p:sp>
        <p:nvSpPr>
          <p:cNvPr id="4" name="Slide Number Placeholder 3"/>
          <p:cNvSpPr>
            <a:spLocks noGrp="1"/>
          </p:cNvSpPr>
          <p:nvPr>
            <p:ph type="sldNum" sz="quarter" idx="10"/>
          </p:nvPr>
        </p:nvSpPr>
        <p:spPr/>
        <p:txBody>
          <a:bodyPr/>
          <a:lstStyle/>
          <a:p>
            <a:fld id="{DE799493-6412-4470-9830-D005B358D66E}" type="slidenum">
              <a:rPr lang="en-GB" smtClean="0">
                <a:latin typeface="ShellMedium" panose="00000600000000000000" pitchFamily="50" charset="0"/>
              </a:rPr>
              <a:pPr/>
              <a:t>1</a:t>
            </a:fld>
            <a:endParaRPr lang="en-GB" dirty="0">
              <a:latin typeface="ShellMedium" panose="00000600000000000000" pitchFamily="50" charset="0"/>
            </a:endParaRPr>
          </a:p>
        </p:txBody>
      </p:sp>
    </p:spTree>
    <p:extLst>
      <p:ext uri="{BB962C8B-B14F-4D97-AF65-F5344CB8AC3E}">
        <p14:creationId xmlns:p14="http://schemas.microsoft.com/office/powerpoint/2010/main" val="24143950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4538"/>
            <a:ext cx="6616700" cy="3722687"/>
          </a:xfrm>
        </p:spPr>
      </p:sp>
      <p:sp>
        <p:nvSpPr>
          <p:cNvPr id="3" name="Notes Placeholder 2"/>
          <p:cNvSpPr>
            <a:spLocks noGrp="1"/>
          </p:cNvSpPr>
          <p:nvPr>
            <p:ph type="body" idx="1"/>
          </p:nvPr>
        </p:nvSpPr>
        <p:spPr/>
        <p:txBody>
          <a:bodyPr>
            <a:normAutofit/>
          </a:bodyPr>
          <a:lstStyle/>
          <a:p>
            <a:endParaRPr lang="en-GB" dirty="0">
              <a:latin typeface="ShellMedium" panose="00000600000000000000" pitchFamily="50" charset="0"/>
            </a:endParaRPr>
          </a:p>
        </p:txBody>
      </p:sp>
      <p:sp>
        <p:nvSpPr>
          <p:cNvPr id="4" name="Slide Number Placeholder 3"/>
          <p:cNvSpPr>
            <a:spLocks noGrp="1"/>
          </p:cNvSpPr>
          <p:nvPr>
            <p:ph type="sldNum" sz="quarter" idx="10"/>
          </p:nvPr>
        </p:nvSpPr>
        <p:spPr/>
        <p:txBody>
          <a:bodyPr/>
          <a:lstStyle/>
          <a:p>
            <a:fld id="{20B9C825-F38E-45BB-92C1-043DE61C9183}" type="slidenum">
              <a:rPr lang="en-GB" smtClean="0">
                <a:latin typeface="ShellMedium" panose="00000600000000000000" pitchFamily="50" charset="0"/>
              </a:rPr>
              <a:pPr/>
              <a:t>2</a:t>
            </a:fld>
            <a:endParaRPr lang="en-GB" dirty="0">
              <a:latin typeface="ShellMedium" panose="00000600000000000000" pitchFamily="50" charset="0"/>
            </a:endParaRPr>
          </a:p>
        </p:txBody>
      </p:sp>
    </p:spTree>
    <p:extLst>
      <p:ext uri="{BB962C8B-B14F-4D97-AF65-F5344CB8AC3E}">
        <p14:creationId xmlns:p14="http://schemas.microsoft.com/office/powerpoint/2010/main" val="9852514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62CFD1-61C0-91CA-CBA4-A22B7F29F8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EE1E9C-BD68-C1D9-CC2D-A647A416B840}"/>
              </a:ext>
            </a:extLst>
          </p:cNvPr>
          <p:cNvSpPr>
            <a:spLocks noGrp="1" noRot="1" noChangeAspect="1"/>
          </p:cNvSpPr>
          <p:nvPr>
            <p:ph type="sldImg"/>
          </p:nvPr>
        </p:nvSpPr>
        <p:spPr>
          <a:xfrm>
            <a:off x="90488" y="744538"/>
            <a:ext cx="6616700" cy="3722687"/>
          </a:xfrm>
        </p:spPr>
      </p:sp>
      <p:sp>
        <p:nvSpPr>
          <p:cNvPr id="3" name="Notes Placeholder 2">
            <a:extLst>
              <a:ext uri="{FF2B5EF4-FFF2-40B4-BE49-F238E27FC236}">
                <a16:creationId xmlns:a16="http://schemas.microsoft.com/office/drawing/2014/main" id="{D58775D1-D453-740C-4242-C3B67834991C}"/>
              </a:ext>
            </a:extLst>
          </p:cNvPr>
          <p:cNvSpPr>
            <a:spLocks noGrp="1"/>
          </p:cNvSpPr>
          <p:nvPr>
            <p:ph type="body" idx="1"/>
          </p:nvPr>
        </p:nvSpPr>
        <p:spPr/>
        <p:txBody>
          <a:bodyPr>
            <a:normAutofit/>
          </a:bodyPr>
          <a:lstStyle/>
          <a:p>
            <a:endParaRPr lang="en-GB" dirty="0">
              <a:latin typeface="ShellMedium" panose="00000600000000000000" pitchFamily="50" charset="0"/>
            </a:endParaRPr>
          </a:p>
        </p:txBody>
      </p:sp>
      <p:sp>
        <p:nvSpPr>
          <p:cNvPr id="4" name="Slide Number Placeholder 3">
            <a:extLst>
              <a:ext uri="{FF2B5EF4-FFF2-40B4-BE49-F238E27FC236}">
                <a16:creationId xmlns:a16="http://schemas.microsoft.com/office/drawing/2014/main" id="{BD54BB09-1632-7FB4-A5C5-2097838C1295}"/>
              </a:ext>
            </a:extLst>
          </p:cNvPr>
          <p:cNvSpPr>
            <a:spLocks noGrp="1"/>
          </p:cNvSpPr>
          <p:nvPr>
            <p:ph type="sldNum" sz="quarter" idx="10"/>
          </p:nvPr>
        </p:nvSpPr>
        <p:spPr/>
        <p:txBody>
          <a:bodyPr/>
          <a:lstStyle/>
          <a:p>
            <a:fld id="{20B9C825-F38E-45BB-92C1-043DE61C9183}" type="slidenum">
              <a:rPr lang="en-GB" smtClean="0">
                <a:latin typeface="ShellMedium" panose="00000600000000000000" pitchFamily="50" charset="0"/>
              </a:rPr>
              <a:pPr/>
              <a:t>3</a:t>
            </a:fld>
            <a:endParaRPr lang="en-GB" dirty="0">
              <a:latin typeface="ShellMedium" panose="00000600000000000000" pitchFamily="50" charset="0"/>
            </a:endParaRPr>
          </a:p>
        </p:txBody>
      </p:sp>
    </p:spTree>
    <p:extLst>
      <p:ext uri="{BB962C8B-B14F-4D97-AF65-F5344CB8AC3E}">
        <p14:creationId xmlns:p14="http://schemas.microsoft.com/office/powerpoint/2010/main" val="36341430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24C268-4CE7-46DB-2F91-23FE88A02C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1FF7B8-4680-FFBA-F1AF-FEE61CA072D7}"/>
              </a:ext>
            </a:extLst>
          </p:cNvPr>
          <p:cNvSpPr>
            <a:spLocks noGrp="1" noRot="1" noChangeAspect="1"/>
          </p:cNvSpPr>
          <p:nvPr>
            <p:ph type="sldImg"/>
          </p:nvPr>
        </p:nvSpPr>
        <p:spPr>
          <a:xfrm>
            <a:off x="90488" y="744538"/>
            <a:ext cx="6616700" cy="3722687"/>
          </a:xfrm>
        </p:spPr>
      </p:sp>
      <p:sp>
        <p:nvSpPr>
          <p:cNvPr id="3" name="Notes Placeholder 2">
            <a:extLst>
              <a:ext uri="{FF2B5EF4-FFF2-40B4-BE49-F238E27FC236}">
                <a16:creationId xmlns:a16="http://schemas.microsoft.com/office/drawing/2014/main" id="{1E8E44E6-5C2F-7B8E-0FB2-EBF31A60915C}"/>
              </a:ext>
            </a:extLst>
          </p:cNvPr>
          <p:cNvSpPr>
            <a:spLocks noGrp="1"/>
          </p:cNvSpPr>
          <p:nvPr>
            <p:ph type="body" idx="1"/>
          </p:nvPr>
        </p:nvSpPr>
        <p:spPr/>
        <p:txBody>
          <a:bodyPr>
            <a:normAutofit/>
          </a:bodyPr>
          <a:lstStyle/>
          <a:p>
            <a:endParaRPr lang="en-GB" dirty="0">
              <a:latin typeface="ShellMedium" panose="00000600000000000000" pitchFamily="50" charset="0"/>
            </a:endParaRPr>
          </a:p>
        </p:txBody>
      </p:sp>
      <p:sp>
        <p:nvSpPr>
          <p:cNvPr id="4" name="Slide Number Placeholder 3">
            <a:extLst>
              <a:ext uri="{FF2B5EF4-FFF2-40B4-BE49-F238E27FC236}">
                <a16:creationId xmlns:a16="http://schemas.microsoft.com/office/drawing/2014/main" id="{5AF9ACEC-F66A-8668-0E32-A64E632A0996}"/>
              </a:ext>
            </a:extLst>
          </p:cNvPr>
          <p:cNvSpPr>
            <a:spLocks noGrp="1"/>
          </p:cNvSpPr>
          <p:nvPr>
            <p:ph type="sldNum" sz="quarter" idx="10"/>
          </p:nvPr>
        </p:nvSpPr>
        <p:spPr/>
        <p:txBody>
          <a:bodyPr/>
          <a:lstStyle/>
          <a:p>
            <a:fld id="{20B9C825-F38E-45BB-92C1-043DE61C9183}" type="slidenum">
              <a:rPr lang="en-GB" smtClean="0">
                <a:latin typeface="ShellMedium" panose="00000600000000000000" pitchFamily="50" charset="0"/>
              </a:rPr>
              <a:pPr/>
              <a:t>4</a:t>
            </a:fld>
            <a:endParaRPr lang="en-GB" dirty="0">
              <a:latin typeface="ShellMedium" panose="00000600000000000000" pitchFamily="50" charset="0"/>
            </a:endParaRPr>
          </a:p>
        </p:txBody>
      </p:sp>
    </p:spTree>
    <p:extLst>
      <p:ext uri="{BB962C8B-B14F-4D97-AF65-F5344CB8AC3E}">
        <p14:creationId xmlns:p14="http://schemas.microsoft.com/office/powerpoint/2010/main" val="14809290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DA29D6-E3E6-2CB2-C1F3-590626A94F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A2D3CB-1FB8-C6E1-BC59-ADE1CD2588DF}"/>
              </a:ext>
            </a:extLst>
          </p:cNvPr>
          <p:cNvSpPr>
            <a:spLocks noGrp="1" noRot="1" noChangeAspect="1"/>
          </p:cNvSpPr>
          <p:nvPr>
            <p:ph type="sldImg"/>
          </p:nvPr>
        </p:nvSpPr>
        <p:spPr>
          <a:xfrm>
            <a:off x="90488" y="744538"/>
            <a:ext cx="6616700" cy="3722687"/>
          </a:xfrm>
        </p:spPr>
      </p:sp>
      <p:sp>
        <p:nvSpPr>
          <p:cNvPr id="3" name="Notes Placeholder 2">
            <a:extLst>
              <a:ext uri="{FF2B5EF4-FFF2-40B4-BE49-F238E27FC236}">
                <a16:creationId xmlns:a16="http://schemas.microsoft.com/office/drawing/2014/main" id="{55BB622D-49C0-ABAE-7B8F-6678931F0576}"/>
              </a:ext>
            </a:extLst>
          </p:cNvPr>
          <p:cNvSpPr>
            <a:spLocks noGrp="1"/>
          </p:cNvSpPr>
          <p:nvPr>
            <p:ph type="body" idx="1"/>
          </p:nvPr>
        </p:nvSpPr>
        <p:spPr/>
        <p:txBody>
          <a:bodyPr>
            <a:normAutofit/>
          </a:bodyPr>
          <a:lstStyle/>
          <a:p>
            <a:endParaRPr lang="en-GB" dirty="0">
              <a:latin typeface="ShellMedium" panose="00000600000000000000" pitchFamily="50" charset="0"/>
            </a:endParaRPr>
          </a:p>
        </p:txBody>
      </p:sp>
      <p:sp>
        <p:nvSpPr>
          <p:cNvPr id="4" name="Slide Number Placeholder 3">
            <a:extLst>
              <a:ext uri="{FF2B5EF4-FFF2-40B4-BE49-F238E27FC236}">
                <a16:creationId xmlns:a16="http://schemas.microsoft.com/office/drawing/2014/main" id="{C8706E93-1656-659F-9E3B-D9CC44EE8B9D}"/>
              </a:ext>
            </a:extLst>
          </p:cNvPr>
          <p:cNvSpPr>
            <a:spLocks noGrp="1"/>
          </p:cNvSpPr>
          <p:nvPr>
            <p:ph type="sldNum" sz="quarter" idx="10"/>
          </p:nvPr>
        </p:nvSpPr>
        <p:spPr/>
        <p:txBody>
          <a:bodyPr/>
          <a:lstStyle/>
          <a:p>
            <a:fld id="{20B9C825-F38E-45BB-92C1-043DE61C9183}" type="slidenum">
              <a:rPr lang="en-GB" smtClean="0">
                <a:latin typeface="ShellMedium" panose="00000600000000000000" pitchFamily="50" charset="0"/>
              </a:rPr>
              <a:pPr/>
              <a:t>5</a:t>
            </a:fld>
            <a:endParaRPr lang="en-GB" dirty="0">
              <a:latin typeface="ShellMedium" panose="00000600000000000000" pitchFamily="50" charset="0"/>
            </a:endParaRPr>
          </a:p>
        </p:txBody>
      </p:sp>
    </p:spTree>
    <p:extLst>
      <p:ext uri="{BB962C8B-B14F-4D97-AF65-F5344CB8AC3E}">
        <p14:creationId xmlns:p14="http://schemas.microsoft.com/office/powerpoint/2010/main" val="13325737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11AFDA-6390-76D7-F825-CDB29DC911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98CD12-FF78-CC39-018D-9835173C12B0}"/>
              </a:ext>
            </a:extLst>
          </p:cNvPr>
          <p:cNvSpPr>
            <a:spLocks noGrp="1" noRot="1" noChangeAspect="1"/>
          </p:cNvSpPr>
          <p:nvPr>
            <p:ph type="sldImg"/>
          </p:nvPr>
        </p:nvSpPr>
        <p:spPr>
          <a:xfrm>
            <a:off x="90488" y="744538"/>
            <a:ext cx="6616700" cy="3722687"/>
          </a:xfrm>
        </p:spPr>
      </p:sp>
      <p:sp>
        <p:nvSpPr>
          <p:cNvPr id="3" name="Notes Placeholder 2">
            <a:extLst>
              <a:ext uri="{FF2B5EF4-FFF2-40B4-BE49-F238E27FC236}">
                <a16:creationId xmlns:a16="http://schemas.microsoft.com/office/drawing/2014/main" id="{17694385-1E98-05EE-7342-C63E7301E633}"/>
              </a:ext>
            </a:extLst>
          </p:cNvPr>
          <p:cNvSpPr>
            <a:spLocks noGrp="1"/>
          </p:cNvSpPr>
          <p:nvPr>
            <p:ph type="body" idx="1"/>
          </p:nvPr>
        </p:nvSpPr>
        <p:spPr/>
        <p:txBody>
          <a:bodyPr>
            <a:normAutofit/>
          </a:bodyPr>
          <a:lstStyle/>
          <a:p>
            <a:endParaRPr lang="en-GB" dirty="0">
              <a:latin typeface="ShellMedium" panose="00000600000000000000" pitchFamily="50" charset="0"/>
            </a:endParaRPr>
          </a:p>
        </p:txBody>
      </p:sp>
      <p:sp>
        <p:nvSpPr>
          <p:cNvPr id="4" name="Slide Number Placeholder 3">
            <a:extLst>
              <a:ext uri="{FF2B5EF4-FFF2-40B4-BE49-F238E27FC236}">
                <a16:creationId xmlns:a16="http://schemas.microsoft.com/office/drawing/2014/main" id="{588B3503-31E0-79A8-F1F0-889AFCADDBFE}"/>
              </a:ext>
            </a:extLst>
          </p:cNvPr>
          <p:cNvSpPr>
            <a:spLocks noGrp="1"/>
          </p:cNvSpPr>
          <p:nvPr>
            <p:ph type="sldNum" sz="quarter" idx="10"/>
          </p:nvPr>
        </p:nvSpPr>
        <p:spPr/>
        <p:txBody>
          <a:bodyPr/>
          <a:lstStyle/>
          <a:p>
            <a:fld id="{20B9C825-F38E-45BB-92C1-043DE61C9183}" type="slidenum">
              <a:rPr lang="en-GB" smtClean="0">
                <a:latin typeface="ShellMedium" panose="00000600000000000000" pitchFamily="50" charset="0"/>
              </a:rPr>
              <a:pPr/>
              <a:t>6</a:t>
            </a:fld>
            <a:endParaRPr lang="en-GB" dirty="0">
              <a:latin typeface="ShellMedium" panose="00000600000000000000" pitchFamily="50" charset="0"/>
            </a:endParaRPr>
          </a:p>
        </p:txBody>
      </p:sp>
    </p:spTree>
    <p:extLst>
      <p:ext uri="{BB962C8B-B14F-4D97-AF65-F5344CB8AC3E}">
        <p14:creationId xmlns:p14="http://schemas.microsoft.com/office/powerpoint/2010/main" val="41698908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232B3-E8CE-CC32-715D-7789671B07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0D03CC-C0DB-4FCC-C384-E0E41FE02073}"/>
              </a:ext>
            </a:extLst>
          </p:cNvPr>
          <p:cNvSpPr>
            <a:spLocks noGrp="1" noRot="1" noChangeAspect="1"/>
          </p:cNvSpPr>
          <p:nvPr>
            <p:ph type="sldImg"/>
          </p:nvPr>
        </p:nvSpPr>
        <p:spPr>
          <a:xfrm>
            <a:off x="90488" y="744538"/>
            <a:ext cx="6616700" cy="3722687"/>
          </a:xfrm>
        </p:spPr>
      </p:sp>
      <p:sp>
        <p:nvSpPr>
          <p:cNvPr id="3" name="Notes Placeholder 2">
            <a:extLst>
              <a:ext uri="{FF2B5EF4-FFF2-40B4-BE49-F238E27FC236}">
                <a16:creationId xmlns:a16="http://schemas.microsoft.com/office/drawing/2014/main" id="{4FBFDCA2-CF8F-8E15-AB60-4221FAA9F664}"/>
              </a:ext>
            </a:extLst>
          </p:cNvPr>
          <p:cNvSpPr>
            <a:spLocks noGrp="1"/>
          </p:cNvSpPr>
          <p:nvPr>
            <p:ph type="body" idx="1"/>
          </p:nvPr>
        </p:nvSpPr>
        <p:spPr/>
        <p:txBody>
          <a:bodyPr>
            <a:normAutofit/>
          </a:bodyPr>
          <a:lstStyle/>
          <a:p>
            <a:endParaRPr lang="en-GB" dirty="0">
              <a:latin typeface="ShellMedium" panose="00000600000000000000" pitchFamily="50" charset="0"/>
            </a:endParaRPr>
          </a:p>
        </p:txBody>
      </p:sp>
      <p:sp>
        <p:nvSpPr>
          <p:cNvPr id="4" name="Slide Number Placeholder 3">
            <a:extLst>
              <a:ext uri="{FF2B5EF4-FFF2-40B4-BE49-F238E27FC236}">
                <a16:creationId xmlns:a16="http://schemas.microsoft.com/office/drawing/2014/main" id="{16116408-A6B0-42A6-8A8D-AD1BAFB20BA0}"/>
              </a:ext>
            </a:extLst>
          </p:cNvPr>
          <p:cNvSpPr>
            <a:spLocks noGrp="1"/>
          </p:cNvSpPr>
          <p:nvPr>
            <p:ph type="sldNum" sz="quarter" idx="10"/>
          </p:nvPr>
        </p:nvSpPr>
        <p:spPr/>
        <p:txBody>
          <a:bodyPr/>
          <a:lstStyle/>
          <a:p>
            <a:fld id="{20B9C825-F38E-45BB-92C1-043DE61C9183}" type="slidenum">
              <a:rPr lang="en-GB" smtClean="0">
                <a:latin typeface="ShellMedium" panose="00000600000000000000" pitchFamily="50" charset="0"/>
              </a:rPr>
              <a:pPr/>
              <a:t>7</a:t>
            </a:fld>
            <a:endParaRPr lang="en-GB" dirty="0">
              <a:latin typeface="ShellMedium" panose="00000600000000000000" pitchFamily="50" charset="0"/>
            </a:endParaRPr>
          </a:p>
        </p:txBody>
      </p:sp>
    </p:spTree>
    <p:extLst>
      <p:ext uri="{BB962C8B-B14F-4D97-AF65-F5344CB8AC3E}">
        <p14:creationId xmlns:p14="http://schemas.microsoft.com/office/powerpoint/2010/main" val="16833322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190BC2-24C6-093E-0FCA-DFF53321F7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28FCB1-4243-3134-56D4-292090507D4F}"/>
              </a:ext>
            </a:extLst>
          </p:cNvPr>
          <p:cNvSpPr>
            <a:spLocks noGrp="1" noRot="1" noChangeAspect="1"/>
          </p:cNvSpPr>
          <p:nvPr>
            <p:ph type="sldImg"/>
          </p:nvPr>
        </p:nvSpPr>
        <p:spPr>
          <a:xfrm>
            <a:off x="90488" y="744538"/>
            <a:ext cx="6616700" cy="3722687"/>
          </a:xfrm>
        </p:spPr>
      </p:sp>
      <p:sp>
        <p:nvSpPr>
          <p:cNvPr id="3" name="Notes Placeholder 2">
            <a:extLst>
              <a:ext uri="{FF2B5EF4-FFF2-40B4-BE49-F238E27FC236}">
                <a16:creationId xmlns:a16="http://schemas.microsoft.com/office/drawing/2014/main" id="{1A81F654-86E3-20F4-9082-878A9E03DF91}"/>
              </a:ext>
            </a:extLst>
          </p:cNvPr>
          <p:cNvSpPr>
            <a:spLocks noGrp="1"/>
          </p:cNvSpPr>
          <p:nvPr>
            <p:ph type="body" idx="1"/>
          </p:nvPr>
        </p:nvSpPr>
        <p:spPr/>
        <p:txBody>
          <a:bodyPr>
            <a:normAutofit/>
          </a:bodyPr>
          <a:lstStyle/>
          <a:p>
            <a:endParaRPr lang="en-GB" dirty="0">
              <a:latin typeface="ShellMedium" panose="00000600000000000000" pitchFamily="50" charset="0"/>
            </a:endParaRPr>
          </a:p>
        </p:txBody>
      </p:sp>
      <p:sp>
        <p:nvSpPr>
          <p:cNvPr id="4" name="Slide Number Placeholder 3">
            <a:extLst>
              <a:ext uri="{FF2B5EF4-FFF2-40B4-BE49-F238E27FC236}">
                <a16:creationId xmlns:a16="http://schemas.microsoft.com/office/drawing/2014/main" id="{4298AFA2-F47B-55B1-0F06-6BE8F0B56492}"/>
              </a:ext>
            </a:extLst>
          </p:cNvPr>
          <p:cNvSpPr>
            <a:spLocks noGrp="1"/>
          </p:cNvSpPr>
          <p:nvPr>
            <p:ph type="sldNum" sz="quarter" idx="10"/>
          </p:nvPr>
        </p:nvSpPr>
        <p:spPr/>
        <p:txBody>
          <a:bodyPr/>
          <a:lstStyle/>
          <a:p>
            <a:fld id="{20B9C825-F38E-45BB-92C1-043DE61C9183}" type="slidenum">
              <a:rPr lang="en-GB" smtClean="0">
                <a:latin typeface="ShellMedium" panose="00000600000000000000" pitchFamily="50" charset="0"/>
              </a:rPr>
              <a:pPr/>
              <a:t>8</a:t>
            </a:fld>
            <a:endParaRPr lang="en-GB" dirty="0">
              <a:latin typeface="ShellMedium" panose="00000600000000000000" pitchFamily="50" charset="0"/>
            </a:endParaRPr>
          </a:p>
        </p:txBody>
      </p:sp>
    </p:spTree>
    <p:extLst>
      <p:ext uri="{BB962C8B-B14F-4D97-AF65-F5344CB8AC3E}">
        <p14:creationId xmlns:p14="http://schemas.microsoft.com/office/powerpoint/2010/main" val="35401221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06B14A-B753-1C1A-7268-129B3C0584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FE76B6-DF73-7A33-5D37-3D6EA720145D}"/>
              </a:ext>
            </a:extLst>
          </p:cNvPr>
          <p:cNvSpPr>
            <a:spLocks noGrp="1" noRot="1" noChangeAspect="1"/>
          </p:cNvSpPr>
          <p:nvPr>
            <p:ph type="sldImg"/>
          </p:nvPr>
        </p:nvSpPr>
        <p:spPr>
          <a:xfrm>
            <a:off x="90488" y="744538"/>
            <a:ext cx="6616700" cy="3722687"/>
          </a:xfrm>
        </p:spPr>
      </p:sp>
      <p:sp>
        <p:nvSpPr>
          <p:cNvPr id="3" name="Notes Placeholder 2">
            <a:extLst>
              <a:ext uri="{FF2B5EF4-FFF2-40B4-BE49-F238E27FC236}">
                <a16:creationId xmlns:a16="http://schemas.microsoft.com/office/drawing/2014/main" id="{81203920-05A0-ECFA-539B-75CE97C607B8}"/>
              </a:ext>
            </a:extLst>
          </p:cNvPr>
          <p:cNvSpPr>
            <a:spLocks noGrp="1"/>
          </p:cNvSpPr>
          <p:nvPr>
            <p:ph type="body" idx="1"/>
          </p:nvPr>
        </p:nvSpPr>
        <p:spPr/>
        <p:txBody>
          <a:bodyPr>
            <a:normAutofit/>
          </a:bodyPr>
          <a:lstStyle/>
          <a:p>
            <a:endParaRPr lang="en-GB" dirty="0">
              <a:latin typeface="ShellMedium" panose="00000600000000000000" pitchFamily="50" charset="0"/>
            </a:endParaRPr>
          </a:p>
        </p:txBody>
      </p:sp>
      <p:sp>
        <p:nvSpPr>
          <p:cNvPr id="4" name="Slide Number Placeholder 3">
            <a:extLst>
              <a:ext uri="{FF2B5EF4-FFF2-40B4-BE49-F238E27FC236}">
                <a16:creationId xmlns:a16="http://schemas.microsoft.com/office/drawing/2014/main" id="{3AC1E8AB-6B18-7C42-EFA7-C4CD32A2290B}"/>
              </a:ext>
            </a:extLst>
          </p:cNvPr>
          <p:cNvSpPr>
            <a:spLocks noGrp="1"/>
          </p:cNvSpPr>
          <p:nvPr>
            <p:ph type="sldNum" sz="quarter" idx="10"/>
          </p:nvPr>
        </p:nvSpPr>
        <p:spPr/>
        <p:txBody>
          <a:bodyPr/>
          <a:lstStyle/>
          <a:p>
            <a:fld id="{20B9C825-F38E-45BB-92C1-043DE61C9183}" type="slidenum">
              <a:rPr lang="en-GB" smtClean="0">
                <a:latin typeface="ShellMedium" panose="00000600000000000000" pitchFamily="50" charset="0"/>
              </a:rPr>
              <a:pPr/>
              <a:t>9</a:t>
            </a:fld>
            <a:endParaRPr lang="en-GB" dirty="0">
              <a:latin typeface="ShellMedium" panose="00000600000000000000" pitchFamily="50" charset="0"/>
            </a:endParaRPr>
          </a:p>
        </p:txBody>
      </p:sp>
    </p:spTree>
    <p:extLst>
      <p:ext uri="{BB962C8B-B14F-4D97-AF65-F5344CB8AC3E}">
        <p14:creationId xmlns:p14="http://schemas.microsoft.com/office/powerpoint/2010/main" val="27150202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4538"/>
            <a:ext cx="6616700" cy="3722687"/>
          </a:xfrm>
        </p:spPr>
      </p:sp>
      <p:sp>
        <p:nvSpPr>
          <p:cNvPr id="3" name="Notes Placeholder 2"/>
          <p:cNvSpPr>
            <a:spLocks noGrp="1"/>
          </p:cNvSpPr>
          <p:nvPr>
            <p:ph type="body" idx="1"/>
          </p:nvPr>
        </p:nvSpPr>
        <p:spPr/>
        <p:txBody>
          <a:bodyPr>
            <a:normAutofit/>
          </a:bodyPr>
          <a:lstStyle/>
          <a:p>
            <a:endParaRPr lang="en-GB" dirty="0">
              <a:latin typeface="ShellMedium" panose="00000600000000000000" pitchFamily="50" charset="0"/>
            </a:endParaRPr>
          </a:p>
        </p:txBody>
      </p:sp>
      <p:sp>
        <p:nvSpPr>
          <p:cNvPr id="4" name="Slide Number Placeholder 3"/>
          <p:cNvSpPr>
            <a:spLocks noGrp="1"/>
          </p:cNvSpPr>
          <p:nvPr>
            <p:ph type="sldNum" sz="quarter" idx="10"/>
          </p:nvPr>
        </p:nvSpPr>
        <p:spPr/>
        <p:txBody>
          <a:bodyPr/>
          <a:lstStyle/>
          <a:p>
            <a:fld id="{DE799493-6412-4470-9830-D005B358D66E}" type="slidenum">
              <a:rPr lang="en-GB" smtClean="0">
                <a:latin typeface="ShellMedium" panose="00000600000000000000" pitchFamily="50" charset="0"/>
              </a:rPr>
              <a:pPr/>
              <a:t>10</a:t>
            </a:fld>
            <a:endParaRPr lang="en-GB" dirty="0">
              <a:latin typeface="ShellMedium" panose="00000600000000000000" pitchFamily="50" charset="0"/>
            </a:endParaRPr>
          </a:p>
        </p:txBody>
      </p:sp>
    </p:spTree>
    <p:extLst>
      <p:ext uri="{BB962C8B-B14F-4D97-AF65-F5344CB8AC3E}">
        <p14:creationId xmlns:p14="http://schemas.microsoft.com/office/powerpoint/2010/main" val="274698083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tif"/><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ti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ti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ti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724"/>
            <a:ext cx="12193293" cy="6857276"/>
          </a:xfrm>
          <a:prstGeom prst="rect">
            <a:avLst/>
          </a:prstGeom>
        </p:spPr>
      </p:pic>
      <p:pic>
        <p:nvPicPr>
          <p:cNvPr id="4" name="Picture 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95840" y="517459"/>
            <a:ext cx="1887660" cy="1887660"/>
          </a:xfrm>
          <a:prstGeom prst="rect">
            <a:avLst/>
          </a:prstGeom>
          <a:ln>
            <a:noFill/>
          </a:ln>
        </p:spPr>
      </p:pic>
      <p:sp>
        <p:nvSpPr>
          <p:cNvPr id="28" name="Rectangle 2"/>
          <p:cNvSpPr>
            <a:spLocks noGrp="1" noChangeArrowheads="1"/>
          </p:cNvSpPr>
          <p:nvPr userDrawn="1">
            <p:ph type="ctrTitle"/>
          </p:nvPr>
        </p:nvSpPr>
        <p:spPr>
          <a:xfrm>
            <a:off x="766800" y="2754403"/>
            <a:ext cx="9973373" cy="918000"/>
          </a:xfrm>
          <a:noFill/>
        </p:spPr>
        <p:txBody>
          <a:bodyPr lIns="0" tIns="0" rIns="0" anchor="b" anchorCtr="0"/>
          <a:lstStyle>
            <a:lvl1pPr>
              <a:lnSpc>
                <a:spcPct val="110000"/>
              </a:lnSpc>
              <a:defRPr sz="3600" b="0" kern="1200" cap="none" spc="0" baseline="0">
                <a:solidFill>
                  <a:schemeClr val="tx1"/>
                </a:solidFill>
                <a:latin typeface="+mj-lt"/>
                <a:cs typeface="Arial" pitchFamily="34" charset="0"/>
              </a:defRPr>
            </a:lvl1pPr>
          </a:lstStyle>
          <a:p>
            <a:r>
              <a:rPr lang="en-GB"/>
              <a:t>Click to edit Master title style</a:t>
            </a:r>
            <a:endParaRPr lang="en-GB" dirty="0"/>
          </a:p>
        </p:txBody>
      </p:sp>
      <p:sp>
        <p:nvSpPr>
          <p:cNvPr id="29" name="Rectangle 3"/>
          <p:cNvSpPr>
            <a:spLocks noGrp="1" noChangeArrowheads="1"/>
          </p:cNvSpPr>
          <p:nvPr userDrawn="1">
            <p:ph type="subTitle" idx="1"/>
          </p:nvPr>
        </p:nvSpPr>
        <p:spPr>
          <a:xfrm>
            <a:off x="766800" y="3805856"/>
            <a:ext cx="9976548" cy="749808"/>
          </a:xfrm>
        </p:spPr>
        <p:txBody>
          <a:bodyPr anchor="t" anchorCtr="0"/>
          <a:lstStyle>
            <a:lvl1pPr marL="0" indent="0">
              <a:lnSpc>
                <a:spcPct val="100000"/>
              </a:lnSpc>
              <a:spcBef>
                <a:spcPct val="0"/>
              </a:spcBef>
              <a:spcAft>
                <a:spcPts val="0"/>
              </a:spcAft>
              <a:buFont typeface="Wingdings" pitchFamily="2" charset="2"/>
              <a:buNone/>
              <a:defRPr sz="2000" baseline="0">
                <a:solidFill>
                  <a:schemeClr val="tx1"/>
                </a:solidFill>
                <a:latin typeface="+mn-lt"/>
                <a:cs typeface="Arial" pitchFamily="34" charset="0"/>
              </a:defRPr>
            </a:lvl1pPr>
          </a:lstStyle>
          <a:p>
            <a:r>
              <a:rPr lang="en-GB"/>
              <a:t>Click to edit Master subtitle style</a:t>
            </a:r>
            <a:endParaRPr lang="en-GB" dirty="0"/>
          </a:p>
        </p:txBody>
      </p:sp>
      <p:sp>
        <p:nvSpPr>
          <p:cNvPr id="32" name="Text Placeholder 31"/>
          <p:cNvSpPr>
            <a:spLocks noGrp="1"/>
          </p:cNvSpPr>
          <p:nvPr userDrawn="1">
            <p:ph type="body" sz="quarter" idx="10" hasCustomPrompt="1"/>
          </p:nvPr>
        </p:nvSpPr>
        <p:spPr>
          <a:xfrm>
            <a:off x="766800" y="4832087"/>
            <a:ext cx="7871121" cy="237600"/>
          </a:xfrm>
        </p:spPr>
        <p:txBody>
          <a:bodyPr anchor="t" anchorCtr="0"/>
          <a:lstStyle>
            <a:lvl1pPr>
              <a:lnSpc>
                <a:spcPct val="100000"/>
              </a:lnSpc>
              <a:buNone/>
              <a:defRPr sz="1400">
                <a:solidFill>
                  <a:schemeClr val="tx1"/>
                </a:solidFill>
                <a:latin typeface="ShellHeavy" panose="00000700000000000000" pitchFamily="2" charset="0"/>
              </a:defRPr>
            </a:lvl1pPr>
          </a:lstStyle>
          <a:p>
            <a:pPr lvl="0"/>
            <a:r>
              <a:rPr lang="en-GB" dirty="0"/>
              <a:t>Click to insert Author’s Name</a:t>
            </a:r>
          </a:p>
        </p:txBody>
      </p:sp>
      <p:sp>
        <p:nvSpPr>
          <p:cNvPr id="33" name="Text Placeholder 31"/>
          <p:cNvSpPr>
            <a:spLocks noGrp="1"/>
          </p:cNvSpPr>
          <p:nvPr userDrawn="1">
            <p:ph type="body" sz="quarter" idx="11" hasCustomPrompt="1"/>
          </p:nvPr>
        </p:nvSpPr>
        <p:spPr>
          <a:xfrm>
            <a:off x="766800" y="5083916"/>
            <a:ext cx="7871121" cy="237600"/>
          </a:xfrm>
        </p:spPr>
        <p:txBody>
          <a:bodyPr anchor="t" anchorCtr="0"/>
          <a:lstStyle>
            <a:lvl1pPr>
              <a:lnSpc>
                <a:spcPct val="100000"/>
              </a:lnSpc>
              <a:buNone/>
              <a:defRPr sz="1400">
                <a:solidFill>
                  <a:schemeClr val="tx1"/>
                </a:solidFill>
                <a:latin typeface="ShellMedium" panose="00000600000000000000" pitchFamily="2" charset="0"/>
              </a:defRPr>
            </a:lvl1pPr>
          </a:lstStyle>
          <a:p>
            <a:pPr lvl="0"/>
            <a:r>
              <a:rPr lang="en-GB" dirty="0"/>
              <a:t>Click to insert Role in Organisation</a:t>
            </a:r>
          </a:p>
        </p:txBody>
      </p:sp>
      <p:sp>
        <p:nvSpPr>
          <p:cNvPr id="24" name="Text Box 11" descr="&lt;COMPANY_NAME&gt;&#10;"/>
          <p:cNvSpPr txBox="1">
            <a:spLocks noChangeArrowheads="1"/>
          </p:cNvSpPr>
          <p:nvPr userDrawn="1"/>
        </p:nvSpPr>
        <p:spPr bwMode="auto">
          <a:xfrm>
            <a:off x="512259" y="6469199"/>
            <a:ext cx="3360000" cy="237600"/>
          </a:xfrm>
          <a:prstGeom prst="rect">
            <a:avLst/>
          </a:prstGeom>
          <a:noFill/>
          <a:ln w="9525" algn="ctr">
            <a:noFill/>
            <a:miter lim="800000"/>
            <a:headEnd/>
            <a:tailEnd/>
          </a:ln>
          <a:effectLst/>
        </p:spPr>
        <p:txBody>
          <a:bodyPr wrap="none" lIns="0" tIns="0" rIns="0" anchor="t" anchorCtr="0">
            <a:noAutofit/>
          </a:bodyPr>
          <a:lstStyle/>
          <a:p>
            <a:pPr>
              <a:defRPr/>
            </a:pPr>
            <a:r>
              <a:rPr lang="en-GB" sz="850" noProof="1">
                <a:solidFill>
                  <a:schemeClr val="tx1"/>
                </a:solidFill>
                <a:latin typeface="+mn-lt"/>
                <a:cs typeface="Arial" pitchFamily="34" charset="0"/>
              </a:rPr>
              <a:t>Copyright of Shell International B.V.</a:t>
            </a:r>
          </a:p>
        </p:txBody>
      </p:sp>
      <p:sp>
        <p:nvSpPr>
          <p:cNvPr id="25"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86"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r>
              <a:rPr lang="en-GB" noProof="1"/>
              <a:t>October 2025</a:t>
            </a:r>
          </a:p>
        </p:txBody>
      </p:sp>
      <p:sp>
        <p:nvSpPr>
          <p:cNvPr id="87"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tx1"/>
                </a:solidFill>
                <a:latin typeface="+mn-lt"/>
                <a:cs typeface="Arial" pitchFamily="34" charset="0"/>
              </a:defRPr>
            </a:lvl1pPr>
          </a:lstStyle>
          <a:p>
            <a:pPr>
              <a:defRPr/>
            </a:pPr>
            <a:r>
              <a:rPr lang="en-GB" noProof="1"/>
              <a:t> </a:t>
            </a:r>
          </a:p>
        </p:txBody>
      </p:sp>
      <p:sp>
        <p:nvSpPr>
          <p:cNvPr id="3" name="TextBox 2" descr="CONFIDENTIAL_TAG_0xFFEE">
            <a:extLst>
              <a:ext uri="{FF2B5EF4-FFF2-40B4-BE49-F238E27FC236}">
                <a16:creationId xmlns:a16="http://schemas.microsoft.com/office/drawing/2014/main" id="{19B81498-2890-F6CB-1821-BDA38C63722E}"/>
              </a:ext>
            </a:extLst>
          </p:cNvPr>
          <p:cNvSpPr txBox="1"/>
          <p:nvPr userDrawn="1"/>
        </p:nvSpPr>
        <p:spPr>
          <a:xfrm>
            <a:off x="8457822" y="6481427"/>
            <a:ext cx="1079500" cy="169277"/>
          </a:xfrm>
          <a:prstGeom prst="rect">
            <a:avLst/>
          </a:prstGeom>
          <a:noFill/>
          <a:ln>
            <a:noFill/>
          </a:ln>
          <a:effectLst>
            <a:glow>
              <a:srgbClr val="000000"/>
            </a:glow>
          </a:effectLst>
        </p:spPr>
        <p:txBody>
          <a:bodyPr vert="horz" wrap="square" lIns="0" tIns="0" rIns="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chemeClr val="accent2"/>
                </a:solidFill>
                <a:effectLst/>
                <a:uLnTx/>
                <a:uFillTx/>
                <a:latin typeface="ShellMedium" panose="00000600000000000000" pitchFamily="50" charset="0"/>
                <a:ea typeface="+mn-ea"/>
                <a:cs typeface="+mn-cs"/>
              </a:rPr>
              <a:t>INTERNAL</a:t>
            </a:r>
            <a:endParaRPr kumimoji="0" lang="en-GB" sz="800" b="0" i="0" u="none" strike="noStrike" kern="1200" cap="none" spc="0" normalizeH="0" baseline="0" noProof="0" dirty="0">
              <a:ln>
                <a:noFill/>
              </a:ln>
              <a:solidFill>
                <a:schemeClr val="accent2"/>
              </a:solidFill>
              <a:effectLst/>
              <a:uLnTx/>
              <a:uFillTx/>
              <a:latin typeface="ShellMedium" panose="00000600000000000000" pitchFamily="50" charset="0"/>
              <a:ea typeface="+mn-ea"/>
              <a:cs typeface="+mn-cs"/>
            </a:endParaRPr>
          </a:p>
        </p:txBody>
      </p:sp>
    </p:spTree>
  </p:cSld>
  <p:clrMapOvr>
    <a:masterClrMapping/>
  </p:clrMapOvr>
  <p:transition/>
  <p:hf hdr="0"/>
  <p:extLst>
    <p:ext uri="{DCECCB84-F9BA-43D5-87BE-67443E8EF086}">
      <p15:sldGuideLst xmlns:p15="http://schemas.microsoft.com/office/powerpoint/2012/main">
        <p15:guide id="4" pos="7357" userDrawn="1">
          <p15:clr>
            <a:srgbClr val="FBAE40"/>
          </p15:clr>
        </p15:guide>
        <p15:guide id="5" pos="1121" userDrawn="1">
          <p15:clr>
            <a:srgbClr val="FBAE40"/>
          </p15:clr>
        </p15:guide>
        <p15:guide id="6" orient="horz" pos="4074" userDrawn="1">
          <p15:clr>
            <a:srgbClr val="FBAE40"/>
          </p15:clr>
        </p15:guide>
        <p15:guide id="7" orient="horz" pos="216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Option 2">
    <p:spTree>
      <p:nvGrpSpPr>
        <p:cNvPr id="1" name=""/>
        <p:cNvGrpSpPr/>
        <p:nvPr/>
      </p:nvGrpSpPr>
      <p:grpSpPr>
        <a:xfrm>
          <a:off x="0" y="0"/>
          <a:ext cx="0" cy="0"/>
          <a:chOff x="0" y="0"/>
          <a:chExt cx="0" cy="0"/>
        </a:xfrm>
      </p:grpSpPr>
      <p:sp>
        <p:nvSpPr>
          <p:cNvPr id="20" name="Rectangle 2"/>
          <p:cNvSpPr>
            <a:spLocks noGrp="1" noChangeArrowheads="1"/>
          </p:cNvSpPr>
          <p:nvPr>
            <p:ph type="ctrTitle"/>
          </p:nvPr>
        </p:nvSpPr>
        <p:spPr>
          <a:xfrm>
            <a:off x="765175" y="2286000"/>
            <a:ext cx="4143255" cy="1386000"/>
          </a:xfrm>
          <a:noFill/>
        </p:spPr>
        <p:txBody>
          <a:bodyPr lIns="0" tIns="0" rIns="0" anchor="b" anchorCtr="0"/>
          <a:lstStyle>
            <a:lvl1pPr>
              <a:lnSpc>
                <a:spcPct val="110000"/>
              </a:lnSpc>
              <a:defRPr sz="3600" b="0" kern="1200" cap="none" spc="0" baseline="0">
                <a:solidFill>
                  <a:schemeClr val="tx1"/>
                </a:solidFill>
                <a:latin typeface="+mj-lt"/>
                <a:cs typeface="Arial" pitchFamily="34" charset="0"/>
              </a:defRPr>
            </a:lvl1pPr>
          </a:lstStyle>
          <a:p>
            <a:r>
              <a:rPr lang="en-GB"/>
              <a:t>Click to edit Master title style</a:t>
            </a:r>
            <a:endParaRPr lang="en-GB" dirty="0"/>
          </a:p>
        </p:txBody>
      </p:sp>
      <p:sp>
        <p:nvSpPr>
          <p:cNvPr id="21" name="Rectangle 3"/>
          <p:cNvSpPr>
            <a:spLocks noGrp="1" noChangeArrowheads="1"/>
          </p:cNvSpPr>
          <p:nvPr>
            <p:ph type="subTitle" idx="1"/>
          </p:nvPr>
        </p:nvSpPr>
        <p:spPr>
          <a:xfrm>
            <a:off x="765175" y="3805200"/>
            <a:ext cx="4060821" cy="749808"/>
          </a:xfrm>
        </p:spPr>
        <p:txBody>
          <a:bodyPr anchor="t" anchorCtr="0"/>
          <a:lstStyle>
            <a:lvl1pPr marL="0" indent="0">
              <a:lnSpc>
                <a:spcPct val="100000"/>
              </a:lnSpc>
              <a:spcBef>
                <a:spcPct val="0"/>
              </a:spcBef>
              <a:spcAft>
                <a:spcPts val="0"/>
              </a:spcAft>
              <a:buFont typeface="Wingdings" pitchFamily="2" charset="2"/>
              <a:buNone/>
              <a:defRPr sz="2000" baseline="0">
                <a:solidFill>
                  <a:schemeClr val="tx1"/>
                </a:solidFill>
                <a:latin typeface="+mn-lt"/>
                <a:cs typeface="Arial" pitchFamily="34" charset="0"/>
              </a:defRPr>
            </a:lvl1pPr>
          </a:lstStyle>
          <a:p>
            <a:r>
              <a:rPr lang="en-GB"/>
              <a:t>Click to edit Master subtitle style</a:t>
            </a:r>
            <a:endParaRPr lang="en-GB" dirty="0"/>
          </a:p>
        </p:txBody>
      </p:sp>
      <p:sp>
        <p:nvSpPr>
          <p:cNvPr id="22" name="Text Placeholder 31"/>
          <p:cNvSpPr>
            <a:spLocks noGrp="1"/>
          </p:cNvSpPr>
          <p:nvPr>
            <p:ph type="body" sz="quarter" idx="10" hasCustomPrompt="1"/>
          </p:nvPr>
        </p:nvSpPr>
        <p:spPr>
          <a:xfrm>
            <a:off x="765175" y="4831200"/>
            <a:ext cx="4060821" cy="237600"/>
          </a:xfrm>
        </p:spPr>
        <p:txBody>
          <a:bodyPr anchor="t" anchorCtr="0"/>
          <a:lstStyle>
            <a:lvl1pPr>
              <a:lnSpc>
                <a:spcPct val="100000"/>
              </a:lnSpc>
              <a:buNone/>
              <a:defRPr sz="1400">
                <a:solidFill>
                  <a:schemeClr val="tx1"/>
                </a:solidFill>
                <a:latin typeface="ShellHeavy" panose="00000700000000000000" pitchFamily="2" charset="0"/>
              </a:defRPr>
            </a:lvl1pPr>
          </a:lstStyle>
          <a:p>
            <a:pPr lvl="0"/>
            <a:r>
              <a:rPr lang="en-GB" dirty="0"/>
              <a:t>Click to insert Author’s Name</a:t>
            </a:r>
          </a:p>
        </p:txBody>
      </p:sp>
      <p:sp>
        <p:nvSpPr>
          <p:cNvPr id="23" name="Text Placeholder 31"/>
          <p:cNvSpPr>
            <a:spLocks noGrp="1"/>
          </p:cNvSpPr>
          <p:nvPr>
            <p:ph type="body" sz="quarter" idx="11" hasCustomPrompt="1"/>
          </p:nvPr>
        </p:nvSpPr>
        <p:spPr>
          <a:xfrm>
            <a:off x="765175" y="5083200"/>
            <a:ext cx="4060821" cy="489785"/>
          </a:xfrm>
        </p:spPr>
        <p:txBody>
          <a:bodyPr anchor="t" anchorCtr="0"/>
          <a:lstStyle>
            <a:lvl1pPr>
              <a:lnSpc>
                <a:spcPct val="100000"/>
              </a:lnSpc>
              <a:buNone/>
              <a:defRPr sz="1400">
                <a:solidFill>
                  <a:schemeClr val="tx1"/>
                </a:solidFill>
                <a:latin typeface="ShellMedium" panose="00000600000000000000" pitchFamily="2" charset="0"/>
              </a:defRPr>
            </a:lvl1pPr>
          </a:lstStyle>
          <a:p>
            <a:pPr lvl="0"/>
            <a:r>
              <a:rPr lang="en-GB" dirty="0"/>
              <a:t>Click to insert Role in Organisation</a:t>
            </a:r>
          </a:p>
        </p:txBody>
      </p:sp>
      <p:sp>
        <p:nvSpPr>
          <p:cNvPr id="30" name="Text Box 11" descr="&lt;COMPANY_NAME&gt;"/>
          <p:cNvSpPr txBox="1">
            <a:spLocks noChangeArrowheads="1"/>
          </p:cNvSpPr>
          <p:nvPr userDrawn="1"/>
        </p:nvSpPr>
        <p:spPr bwMode="auto">
          <a:xfrm>
            <a:off x="512259" y="6469199"/>
            <a:ext cx="3360000" cy="237600"/>
          </a:xfrm>
          <a:prstGeom prst="rect">
            <a:avLst/>
          </a:prstGeom>
          <a:noFill/>
          <a:ln w="9525" algn="ctr">
            <a:noFill/>
            <a:miter lim="800000"/>
            <a:headEnd/>
            <a:tailEnd/>
          </a:ln>
          <a:effectLst/>
        </p:spPr>
        <p:txBody>
          <a:bodyPr wrap="none" lIns="0" tIns="0" rIns="0" anchor="t" anchorCtr="0">
            <a:noAutofit/>
          </a:bodyPr>
          <a:lstStyle/>
          <a:p>
            <a:pPr>
              <a:defRPr/>
            </a:pPr>
            <a:r>
              <a:rPr lang="en-GB" sz="850" noProof="1">
                <a:solidFill>
                  <a:schemeClr val="tx1"/>
                </a:solidFill>
                <a:latin typeface="+mn-lt"/>
                <a:cs typeface="Arial" pitchFamily="34" charset="0"/>
              </a:rPr>
              <a:t>Copyright of Shell International B.V.</a:t>
            </a:r>
          </a:p>
        </p:txBody>
      </p:sp>
      <p:sp>
        <p:nvSpPr>
          <p:cNvPr id="31"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3" name="Picture Placeholder 2"/>
          <p:cNvSpPr>
            <a:spLocks noGrp="1"/>
          </p:cNvSpPr>
          <p:nvPr userDrawn="1">
            <p:ph type="pic" sz="quarter" idx="12"/>
          </p:nvPr>
        </p:nvSpPr>
        <p:spPr bwMode="auto">
          <a:xfrm>
            <a:off x="5047384" y="1"/>
            <a:ext cx="7144616" cy="6359524"/>
          </a:xfrm>
          <a:custGeom>
            <a:avLst/>
            <a:gdLst>
              <a:gd name="connsiteX0" fmla="*/ 0 w 7141676"/>
              <a:gd name="connsiteY0" fmla="*/ 0 h 6316132"/>
              <a:gd name="connsiteX1" fmla="*/ 7141676 w 7141676"/>
              <a:gd name="connsiteY1" fmla="*/ 0 h 6316132"/>
              <a:gd name="connsiteX2" fmla="*/ 7141676 w 7141676"/>
              <a:gd name="connsiteY2" fmla="*/ 6316132 h 6316132"/>
              <a:gd name="connsiteX3" fmla="*/ 0 w 7141676"/>
              <a:gd name="connsiteY3" fmla="*/ 6316132 h 6316132"/>
              <a:gd name="connsiteX4" fmla="*/ 0 w 7141676"/>
              <a:gd name="connsiteY4" fmla="*/ 0 h 6316132"/>
              <a:gd name="connsiteX0" fmla="*/ 2940 w 7144616"/>
              <a:gd name="connsiteY0" fmla="*/ 0 h 6316132"/>
              <a:gd name="connsiteX1" fmla="*/ 7144616 w 7144616"/>
              <a:gd name="connsiteY1" fmla="*/ 0 h 6316132"/>
              <a:gd name="connsiteX2" fmla="*/ 7144616 w 7144616"/>
              <a:gd name="connsiteY2" fmla="*/ 6316132 h 6316132"/>
              <a:gd name="connsiteX3" fmla="*/ 2940 w 7144616"/>
              <a:gd name="connsiteY3" fmla="*/ 6316132 h 6316132"/>
              <a:gd name="connsiteX4" fmla="*/ 0 w 7144616"/>
              <a:gd name="connsiteY4" fmla="*/ 5779942 h 6316132"/>
              <a:gd name="connsiteX5" fmla="*/ 2940 w 7144616"/>
              <a:gd name="connsiteY5" fmla="*/ 0 h 6316132"/>
              <a:gd name="connsiteX0" fmla="*/ 2940 w 7144616"/>
              <a:gd name="connsiteY0" fmla="*/ 0 h 6316773"/>
              <a:gd name="connsiteX1" fmla="*/ 7144616 w 7144616"/>
              <a:gd name="connsiteY1" fmla="*/ 0 h 6316773"/>
              <a:gd name="connsiteX2" fmla="*/ 7144616 w 7144616"/>
              <a:gd name="connsiteY2" fmla="*/ 6316132 h 6316773"/>
              <a:gd name="connsiteX3" fmla="*/ 537870 w 7144616"/>
              <a:gd name="connsiteY3" fmla="*/ 6316773 h 6316773"/>
              <a:gd name="connsiteX4" fmla="*/ 2940 w 7144616"/>
              <a:gd name="connsiteY4" fmla="*/ 6316132 h 6316773"/>
              <a:gd name="connsiteX5" fmla="*/ 0 w 7144616"/>
              <a:gd name="connsiteY5" fmla="*/ 5779942 h 6316773"/>
              <a:gd name="connsiteX6" fmla="*/ 2940 w 7144616"/>
              <a:gd name="connsiteY6" fmla="*/ 0 h 6316773"/>
              <a:gd name="connsiteX0" fmla="*/ 2940 w 7144616"/>
              <a:gd name="connsiteY0" fmla="*/ 0 h 6316773"/>
              <a:gd name="connsiteX1" fmla="*/ 7144616 w 7144616"/>
              <a:gd name="connsiteY1" fmla="*/ 0 h 6316773"/>
              <a:gd name="connsiteX2" fmla="*/ 7144616 w 7144616"/>
              <a:gd name="connsiteY2" fmla="*/ 6316132 h 6316773"/>
              <a:gd name="connsiteX3" fmla="*/ 537870 w 7144616"/>
              <a:gd name="connsiteY3" fmla="*/ 6316773 h 6316773"/>
              <a:gd name="connsiteX4" fmla="*/ 0 w 7144616"/>
              <a:gd name="connsiteY4" fmla="*/ 5779942 h 6316773"/>
              <a:gd name="connsiteX5" fmla="*/ 2940 w 7144616"/>
              <a:gd name="connsiteY5" fmla="*/ 0 h 6316773"/>
              <a:gd name="connsiteX0" fmla="*/ 2940 w 7144616"/>
              <a:gd name="connsiteY0" fmla="*/ 0 h 6316773"/>
              <a:gd name="connsiteX1" fmla="*/ 7144616 w 7144616"/>
              <a:gd name="connsiteY1" fmla="*/ 0 h 6316773"/>
              <a:gd name="connsiteX2" fmla="*/ 7144616 w 7144616"/>
              <a:gd name="connsiteY2" fmla="*/ 6316132 h 6316773"/>
              <a:gd name="connsiteX3" fmla="*/ 537870 w 7144616"/>
              <a:gd name="connsiteY3" fmla="*/ 6316773 h 6316773"/>
              <a:gd name="connsiteX4" fmla="*/ 0 w 7144616"/>
              <a:gd name="connsiteY4" fmla="*/ 5779942 h 6316773"/>
              <a:gd name="connsiteX5" fmla="*/ 2940 w 7144616"/>
              <a:gd name="connsiteY5" fmla="*/ 0 h 6316773"/>
              <a:gd name="connsiteX0" fmla="*/ 2940 w 7144616"/>
              <a:gd name="connsiteY0" fmla="*/ 0 h 6316773"/>
              <a:gd name="connsiteX1" fmla="*/ 7144616 w 7144616"/>
              <a:gd name="connsiteY1" fmla="*/ 0 h 6316773"/>
              <a:gd name="connsiteX2" fmla="*/ 7144616 w 7144616"/>
              <a:gd name="connsiteY2" fmla="*/ 6316132 h 6316773"/>
              <a:gd name="connsiteX3" fmla="*/ 537870 w 7144616"/>
              <a:gd name="connsiteY3" fmla="*/ 6316773 h 6316773"/>
              <a:gd name="connsiteX4" fmla="*/ 0 w 7144616"/>
              <a:gd name="connsiteY4" fmla="*/ 5779942 h 6316773"/>
              <a:gd name="connsiteX5" fmla="*/ 2940 w 7144616"/>
              <a:gd name="connsiteY5" fmla="*/ 0 h 6316773"/>
              <a:gd name="connsiteX0" fmla="*/ 2940 w 7144616"/>
              <a:gd name="connsiteY0" fmla="*/ 0 h 6317008"/>
              <a:gd name="connsiteX1" fmla="*/ 7144616 w 7144616"/>
              <a:gd name="connsiteY1" fmla="*/ 0 h 6317008"/>
              <a:gd name="connsiteX2" fmla="*/ 7144616 w 7144616"/>
              <a:gd name="connsiteY2" fmla="*/ 6316132 h 6317008"/>
              <a:gd name="connsiteX3" fmla="*/ 537870 w 7144616"/>
              <a:gd name="connsiteY3" fmla="*/ 6316773 h 6317008"/>
              <a:gd name="connsiteX4" fmla="*/ 0 w 7144616"/>
              <a:gd name="connsiteY4" fmla="*/ 5779942 h 6317008"/>
              <a:gd name="connsiteX5" fmla="*/ 2940 w 7144616"/>
              <a:gd name="connsiteY5" fmla="*/ 0 h 6317008"/>
              <a:gd name="connsiteX0" fmla="*/ 2940 w 7144616"/>
              <a:gd name="connsiteY0" fmla="*/ 0 h 6316773"/>
              <a:gd name="connsiteX1" fmla="*/ 7144616 w 7144616"/>
              <a:gd name="connsiteY1" fmla="*/ 0 h 6316773"/>
              <a:gd name="connsiteX2" fmla="*/ 7144616 w 7144616"/>
              <a:gd name="connsiteY2" fmla="*/ 6316132 h 6316773"/>
              <a:gd name="connsiteX3" fmla="*/ 537870 w 7144616"/>
              <a:gd name="connsiteY3" fmla="*/ 6316773 h 6316773"/>
              <a:gd name="connsiteX4" fmla="*/ 0 w 7144616"/>
              <a:gd name="connsiteY4" fmla="*/ 5779942 h 6316773"/>
              <a:gd name="connsiteX5" fmla="*/ 2940 w 7144616"/>
              <a:gd name="connsiteY5" fmla="*/ 0 h 6316773"/>
              <a:gd name="connsiteX0" fmla="*/ 2940 w 7144616"/>
              <a:gd name="connsiteY0" fmla="*/ 0 h 6316773"/>
              <a:gd name="connsiteX1" fmla="*/ 7144616 w 7144616"/>
              <a:gd name="connsiteY1" fmla="*/ 0 h 6316773"/>
              <a:gd name="connsiteX2" fmla="*/ 7144616 w 7144616"/>
              <a:gd name="connsiteY2" fmla="*/ 6316132 h 6316773"/>
              <a:gd name="connsiteX3" fmla="*/ 537870 w 7144616"/>
              <a:gd name="connsiteY3" fmla="*/ 6316773 h 6316773"/>
              <a:gd name="connsiteX4" fmla="*/ 0 w 7144616"/>
              <a:gd name="connsiteY4" fmla="*/ 5779942 h 6316773"/>
              <a:gd name="connsiteX5" fmla="*/ 2940 w 7144616"/>
              <a:gd name="connsiteY5" fmla="*/ 0 h 6316773"/>
              <a:gd name="connsiteX0" fmla="*/ 2940 w 7144616"/>
              <a:gd name="connsiteY0" fmla="*/ 0 h 6316773"/>
              <a:gd name="connsiteX1" fmla="*/ 7144616 w 7144616"/>
              <a:gd name="connsiteY1" fmla="*/ 0 h 6316773"/>
              <a:gd name="connsiteX2" fmla="*/ 7144616 w 7144616"/>
              <a:gd name="connsiteY2" fmla="*/ 6316132 h 6316773"/>
              <a:gd name="connsiteX3" fmla="*/ 537870 w 7144616"/>
              <a:gd name="connsiteY3" fmla="*/ 6316773 h 6316773"/>
              <a:gd name="connsiteX4" fmla="*/ 0 w 7144616"/>
              <a:gd name="connsiteY4" fmla="*/ 5779942 h 6316773"/>
              <a:gd name="connsiteX5" fmla="*/ 2940 w 7144616"/>
              <a:gd name="connsiteY5" fmla="*/ 0 h 6316773"/>
              <a:gd name="connsiteX0" fmla="*/ 2940 w 7144616"/>
              <a:gd name="connsiteY0" fmla="*/ 0 h 6316773"/>
              <a:gd name="connsiteX1" fmla="*/ 7144616 w 7144616"/>
              <a:gd name="connsiteY1" fmla="*/ 0 h 6316773"/>
              <a:gd name="connsiteX2" fmla="*/ 7144616 w 7144616"/>
              <a:gd name="connsiteY2" fmla="*/ 6316132 h 6316773"/>
              <a:gd name="connsiteX3" fmla="*/ 537870 w 7144616"/>
              <a:gd name="connsiteY3" fmla="*/ 6316773 h 6316773"/>
              <a:gd name="connsiteX4" fmla="*/ 0 w 7144616"/>
              <a:gd name="connsiteY4" fmla="*/ 5779942 h 6316773"/>
              <a:gd name="connsiteX5" fmla="*/ 2940 w 7144616"/>
              <a:gd name="connsiteY5" fmla="*/ 0 h 6316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44616" h="6316773">
                <a:moveTo>
                  <a:pt x="2940" y="0"/>
                </a:moveTo>
                <a:lnTo>
                  <a:pt x="7144616" y="0"/>
                </a:lnTo>
                <a:lnTo>
                  <a:pt x="7144616" y="6316132"/>
                </a:lnTo>
                <a:lnTo>
                  <a:pt x="537870" y="6316773"/>
                </a:lnTo>
                <a:cubicBezTo>
                  <a:pt x="214457" y="6313295"/>
                  <a:pt x="5024" y="6140981"/>
                  <a:pt x="0" y="5779942"/>
                </a:cubicBezTo>
                <a:lnTo>
                  <a:pt x="2940" y="0"/>
                </a:lnTo>
                <a:close/>
              </a:path>
            </a:pathLst>
          </a:custGeom>
          <a:noFill/>
          <a:ln w="9525" algn="ctr">
            <a:noFill/>
            <a:miter lim="800000"/>
            <a:headEnd/>
            <a:tailEnd/>
          </a:ln>
        </p:spPr>
        <p:txBody>
          <a:bodyPr/>
          <a:lstStyle>
            <a:lvl1pPr>
              <a:defRPr sz="2133"/>
            </a:lvl1pPr>
          </a:lstStyle>
          <a:p>
            <a:r>
              <a:rPr lang="en-GB"/>
              <a:t>Click icon to add picture</a:t>
            </a:r>
            <a:endParaRPr lang="en-GB" dirty="0"/>
          </a:p>
        </p:txBody>
      </p:sp>
      <p:sp>
        <p:nvSpPr>
          <p:cNvPr id="112"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r>
              <a:rPr lang="en-GB" noProof="1"/>
              <a:t>October 2025</a:t>
            </a:r>
          </a:p>
        </p:txBody>
      </p:sp>
      <p:sp>
        <p:nvSpPr>
          <p:cNvPr id="113"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tx1"/>
                </a:solidFill>
                <a:latin typeface="+mn-lt"/>
                <a:cs typeface="Arial" pitchFamily="34" charset="0"/>
              </a:defRPr>
            </a:lvl1pPr>
          </a:lstStyle>
          <a:p>
            <a:pPr>
              <a:defRPr/>
            </a:pPr>
            <a:r>
              <a:rPr lang="en-GB" noProof="1"/>
              <a:t> </a:t>
            </a:r>
          </a:p>
        </p:txBody>
      </p:sp>
      <p:pic>
        <p:nvPicPr>
          <p:cNvPr id="15" name="Picture 1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5840" y="517459"/>
            <a:ext cx="1887660" cy="1887660"/>
          </a:xfrm>
          <a:prstGeom prst="rect">
            <a:avLst/>
          </a:prstGeom>
          <a:ln>
            <a:noFill/>
          </a:ln>
        </p:spPr>
      </p:pic>
      <p:sp>
        <p:nvSpPr>
          <p:cNvPr id="2" name="TextBox 1" descr="CONFIDENTIAL_TAG_0xFFEE">
            <a:extLst>
              <a:ext uri="{FF2B5EF4-FFF2-40B4-BE49-F238E27FC236}">
                <a16:creationId xmlns:a16="http://schemas.microsoft.com/office/drawing/2014/main" id="{F19AE0BB-A474-668D-F566-76565F6BB628}"/>
              </a:ext>
            </a:extLst>
          </p:cNvPr>
          <p:cNvSpPr txBox="1"/>
          <p:nvPr userDrawn="1"/>
        </p:nvSpPr>
        <p:spPr>
          <a:xfrm>
            <a:off x="8457822" y="6481427"/>
            <a:ext cx="1079500" cy="169277"/>
          </a:xfrm>
          <a:prstGeom prst="rect">
            <a:avLst/>
          </a:prstGeom>
          <a:noFill/>
          <a:ln>
            <a:noFill/>
          </a:ln>
          <a:effectLst>
            <a:glow>
              <a:srgbClr val="000000"/>
            </a:glow>
          </a:effectLst>
        </p:spPr>
        <p:txBody>
          <a:bodyPr vert="horz" wrap="square" lIns="0" tIns="0" rIns="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chemeClr val="accent2"/>
                </a:solidFill>
                <a:effectLst/>
                <a:uLnTx/>
                <a:uFillTx/>
                <a:latin typeface="ShellMedium" panose="00000600000000000000" pitchFamily="50" charset="0"/>
                <a:ea typeface="+mn-ea"/>
                <a:cs typeface="+mn-cs"/>
              </a:rPr>
              <a:t>INTERNAL</a:t>
            </a:r>
            <a:endParaRPr kumimoji="0" lang="en-GB" sz="800" b="0" i="0" u="none" strike="noStrike" kern="1200" cap="none" spc="0" normalizeH="0" baseline="0" noProof="0" dirty="0">
              <a:ln>
                <a:noFill/>
              </a:ln>
              <a:solidFill>
                <a:schemeClr val="accent2"/>
              </a:solidFill>
              <a:effectLst/>
              <a:uLnTx/>
              <a:uFillTx/>
              <a:latin typeface="ShellMedium" panose="00000600000000000000" pitchFamily="50" charset="0"/>
              <a:ea typeface="+mn-ea"/>
              <a:cs typeface="+mn-cs"/>
            </a:endParaRPr>
          </a:p>
        </p:txBody>
      </p:sp>
    </p:spTree>
    <p:extLst>
      <p:ext uri="{BB962C8B-B14F-4D97-AF65-F5344CB8AC3E}">
        <p14:creationId xmlns:p14="http://schemas.microsoft.com/office/powerpoint/2010/main" val="3370520605"/>
      </p:ext>
    </p:extLst>
  </p:cSld>
  <p:clrMapOvr>
    <a:masterClrMapping/>
  </p:clrMapOvr>
  <p:transition/>
  <p:hf hdr="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Option 3">
    <p:spTree>
      <p:nvGrpSpPr>
        <p:cNvPr id="1" name=""/>
        <p:cNvGrpSpPr/>
        <p:nvPr/>
      </p:nvGrpSpPr>
      <p:grpSpPr>
        <a:xfrm>
          <a:off x="0" y="0"/>
          <a:ext cx="0" cy="0"/>
          <a:chOff x="0" y="0"/>
          <a:chExt cx="0" cy="0"/>
        </a:xfrm>
      </p:grpSpPr>
      <p:sp>
        <p:nvSpPr>
          <p:cNvPr id="3" name="Picture Placeholder 2"/>
          <p:cNvSpPr>
            <a:spLocks noGrp="1"/>
          </p:cNvSpPr>
          <p:nvPr userDrawn="1">
            <p:ph type="pic" sz="quarter" idx="12"/>
          </p:nvPr>
        </p:nvSpPr>
        <p:spPr bwMode="auto">
          <a:xfrm>
            <a:off x="5077731" y="1015519"/>
            <a:ext cx="7115469" cy="5344822"/>
          </a:xfrm>
          <a:custGeom>
            <a:avLst/>
            <a:gdLst>
              <a:gd name="connsiteX0" fmla="*/ 0 w 7113204"/>
              <a:gd name="connsiteY0" fmla="*/ 0 h 5343523"/>
              <a:gd name="connsiteX1" fmla="*/ 7113204 w 7113204"/>
              <a:gd name="connsiteY1" fmla="*/ 0 h 5343523"/>
              <a:gd name="connsiteX2" fmla="*/ 7113204 w 7113204"/>
              <a:gd name="connsiteY2" fmla="*/ 5343523 h 5343523"/>
              <a:gd name="connsiteX3" fmla="*/ 0 w 7113204"/>
              <a:gd name="connsiteY3" fmla="*/ 5343523 h 5343523"/>
              <a:gd name="connsiteX4" fmla="*/ 0 w 7113204"/>
              <a:gd name="connsiteY4" fmla="*/ 0 h 5343523"/>
              <a:gd name="connsiteX0" fmla="*/ 0 w 7113204"/>
              <a:gd name="connsiteY0" fmla="*/ 0 h 5344338"/>
              <a:gd name="connsiteX1" fmla="*/ 7113204 w 7113204"/>
              <a:gd name="connsiteY1" fmla="*/ 0 h 5344338"/>
              <a:gd name="connsiteX2" fmla="*/ 7113204 w 7113204"/>
              <a:gd name="connsiteY2" fmla="*/ 5343523 h 5344338"/>
              <a:gd name="connsiteX3" fmla="*/ 503508 w 7113204"/>
              <a:gd name="connsiteY3" fmla="*/ 5344338 h 5344338"/>
              <a:gd name="connsiteX4" fmla="*/ 0 w 7113204"/>
              <a:gd name="connsiteY4" fmla="*/ 5343523 h 5344338"/>
              <a:gd name="connsiteX5" fmla="*/ 0 w 7113204"/>
              <a:gd name="connsiteY5" fmla="*/ 0 h 5344338"/>
              <a:gd name="connsiteX0" fmla="*/ 0 w 7113204"/>
              <a:gd name="connsiteY0" fmla="*/ 0 h 5344338"/>
              <a:gd name="connsiteX1" fmla="*/ 7113204 w 7113204"/>
              <a:gd name="connsiteY1" fmla="*/ 0 h 5344338"/>
              <a:gd name="connsiteX2" fmla="*/ 7113204 w 7113204"/>
              <a:gd name="connsiteY2" fmla="*/ 5343523 h 5344338"/>
              <a:gd name="connsiteX3" fmla="*/ 503508 w 7113204"/>
              <a:gd name="connsiteY3" fmla="*/ 5344338 h 5344338"/>
              <a:gd name="connsiteX4" fmla="*/ 0 w 7113204"/>
              <a:gd name="connsiteY4" fmla="*/ 5343523 h 5344338"/>
              <a:gd name="connsiteX5" fmla="*/ 1802 w 7113204"/>
              <a:gd name="connsiteY5" fmla="*/ 4810262 h 5344338"/>
              <a:gd name="connsiteX6" fmla="*/ 0 w 7113204"/>
              <a:gd name="connsiteY6" fmla="*/ 0 h 5344338"/>
              <a:gd name="connsiteX0" fmla="*/ 0 w 7113204"/>
              <a:gd name="connsiteY0" fmla="*/ 0 h 5344338"/>
              <a:gd name="connsiteX1" fmla="*/ 7113204 w 7113204"/>
              <a:gd name="connsiteY1" fmla="*/ 0 h 5344338"/>
              <a:gd name="connsiteX2" fmla="*/ 7113204 w 7113204"/>
              <a:gd name="connsiteY2" fmla="*/ 5343523 h 5344338"/>
              <a:gd name="connsiteX3" fmla="*/ 503508 w 7113204"/>
              <a:gd name="connsiteY3" fmla="*/ 5344338 h 5344338"/>
              <a:gd name="connsiteX4" fmla="*/ 1802 w 7113204"/>
              <a:gd name="connsiteY4" fmla="*/ 4810262 h 5344338"/>
              <a:gd name="connsiteX5" fmla="*/ 0 w 7113204"/>
              <a:gd name="connsiteY5" fmla="*/ 0 h 5344338"/>
              <a:gd name="connsiteX0" fmla="*/ 0 w 7113204"/>
              <a:gd name="connsiteY0" fmla="*/ 0 h 5344338"/>
              <a:gd name="connsiteX1" fmla="*/ 7113204 w 7113204"/>
              <a:gd name="connsiteY1" fmla="*/ 0 h 5344338"/>
              <a:gd name="connsiteX2" fmla="*/ 7113204 w 7113204"/>
              <a:gd name="connsiteY2" fmla="*/ 5343523 h 5344338"/>
              <a:gd name="connsiteX3" fmla="*/ 503508 w 7113204"/>
              <a:gd name="connsiteY3" fmla="*/ 5344338 h 5344338"/>
              <a:gd name="connsiteX4" fmla="*/ 1802 w 7113204"/>
              <a:gd name="connsiteY4" fmla="*/ 4810262 h 5344338"/>
              <a:gd name="connsiteX5" fmla="*/ 0 w 7113204"/>
              <a:gd name="connsiteY5" fmla="*/ 0 h 5344338"/>
              <a:gd name="connsiteX0" fmla="*/ 0 w 7113204"/>
              <a:gd name="connsiteY0" fmla="*/ 0 h 5344338"/>
              <a:gd name="connsiteX1" fmla="*/ 7113204 w 7113204"/>
              <a:gd name="connsiteY1" fmla="*/ 0 h 5344338"/>
              <a:gd name="connsiteX2" fmla="*/ 7113204 w 7113204"/>
              <a:gd name="connsiteY2" fmla="*/ 5343523 h 5344338"/>
              <a:gd name="connsiteX3" fmla="*/ 503508 w 7113204"/>
              <a:gd name="connsiteY3" fmla="*/ 5344338 h 5344338"/>
              <a:gd name="connsiteX4" fmla="*/ 1802 w 7113204"/>
              <a:gd name="connsiteY4" fmla="*/ 4810262 h 5344338"/>
              <a:gd name="connsiteX5" fmla="*/ 0 w 7113204"/>
              <a:gd name="connsiteY5" fmla="*/ 0 h 5344338"/>
              <a:gd name="connsiteX0" fmla="*/ 0 w 7113204"/>
              <a:gd name="connsiteY0" fmla="*/ 0 h 5344338"/>
              <a:gd name="connsiteX1" fmla="*/ 7113204 w 7113204"/>
              <a:gd name="connsiteY1" fmla="*/ 0 h 5344338"/>
              <a:gd name="connsiteX2" fmla="*/ 7113204 w 7113204"/>
              <a:gd name="connsiteY2" fmla="*/ 5343523 h 5344338"/>
              <a:gd name="connsiteX3" fmla="*/ 503508 w 7113204"/>
              <a:gd name="connsiteY3" fmla="*/ 5344338 h 5344338"/>
              <a:gd name="connsiteX4" fmla="*/ 1802 w 7113204"/>
              <a:gd name="connsiteY4" fmla="*/ 4810262 h 5344338"/>
              <a:gd name="connsiteX5" fmla="*/ 0 w 7113204"/>
              <a:gd name="connsiteY5" fmla="*/ 0 h 5344338"/>
              <a:gd name="connsiteX0" fmla="*/ 0 w 7113204"/>
              <a:gd name="connsiteY0" fmla="*/ 0 h 5344338"/>
              <a:gd name="connsiteX1" fmla="*/ 7113204 w 7113204"/>
              <a:gd name="connsiteY1" fmla="*/ 0 h 5344338"/>
              <a:gd name="connsiteX2" fmla="*/ 7113204 w 7113204"/>
              <a:gd name="connsiteY2" fmla="*/ 5343523 h 5344338"/>
              <a:gd name="connsiteX3" fmla="*/ 503508 w 7113204"/>
              <a:gd name="connsiteY3" fmla="*/ 5344338 h 5344338"/>
              <a:gd name="connsiteX4" fmla="*/ 1802 w 7113204"/>
              <a:gd name="connsiteY4" fmla="*/ 4810262 h 5344338"/>
              <a:gd name="connsiteX5" fmla="*/ 0 w 7113204"/>
              <a:gd name="connsiteY5" fmla="*/ 0 h 5344338"/>
              <a:gd name="connsiteX0" fmla="*/ 0 w 7113204"/>
              <a:gd name="connsiteY0" fmla="*/ 453 h 5344791"/>
              <a:gd name="connsiteX1" fmla="*/ 519692 w 7113204"/>
              <a:gd name="connsiteY1" fmla="*/ 0 h 5344791"/>
              <a:gd name="connsiteX2" fmla="*/ 7113204 w 7113204"/>
              <a:gd name="connsiteY2" fmla="*/ 453 h 5344791"/>
              <a:gd name="connsiteX3" fmla="*/ 7113204 w 7113204"/>
              <a:gd name="connsiteY3" fmla="*/ 5343976 h 5344791"/>
              <a:gd name="connsiteX4" fmla="*/ 503508 w 7113204"/>
              <a:gd name="connsiteY4" fmla="*/ 5344791 h 5344791"/>
              <a:gd name="connsiteX5" fmla="*/ 1802 w 7113204"/>
              <a:gd name="connsiteY5" fmla="*/ 4810715 h 5344791"/>
              <a:gd name="connsiteX6" fmla="*/ 0 w 7113204"/>
              <a:gd name="connsiteY6" fmla="*/ 453 h 5344791"/>
              <a:gd name="connsiteX0" fmla="*/ 39320 w 7152524"/>
              <a:gd name="connsiteY0" fmla="*/ 48299 h 5392637"/>
              <a:gd name="connsiteX1" fmla="*/ 559012 w 7152524"/>
              <a:gd name="connsiteY1" fmla="*/ 47846 h 5392637"/>
              <a:gd name="connsiteX2" fmla="*/ 7152524 w 7152524"/>
              <a:gd name="connsiteY2" fmla="*/ 48299 h 5392637"/>
              <a:gd name="connsiteX3" fmla="*/ 7152524 w 7152524"/>
              <a:gd name="connsiteY3" fmla="*/ 5391822 h 5392637"/>
              <a:gd name="connsiteX4" fmla="*/ 542828 w 7152524"/>
              <a:gd name="connsiteY4" fmla="*/ 5392637 h 5392637"/>
              <a:gd name="connsiteX5" fmla="*/ 41122 w 7152524"/>
              <a:gd name="connsiteY5" fmla="*/ 4858561 h 5392637"/>
              <a:gd name="connsiteX6" fmla="*/ 37076 w 7152524"/>
              <a:gd name="connsiteY6" fmla="*/ 496955 h 5392637"/>
              <a:gd name="connsiteX7" fmla="*/ 39320 w 7152524"/>
              <a:gd name="connsiteY7" fmla="*/ 48299 h 5392637"/>
              <a:gd name="connsiteX0" fmla="*/ 155497 w 7270945"/>
              <a:gd name="connsiteY0" fmla="*/ 497244 h 5392926"/>
              <a:gd name="connsiteX1" fmla="*/ 677433 w 7270945"/>
              <a:gd name="connsiteY1" fmla="*/ 48135 h 5392926"/>
              <a:gd name="connsiteX2" fmla="*/ 7270945 w 7270945"/>
              <a:gd name="connsiteY2" fmla="*/ 48588 h 5392926"/>
              <a:gd name="connsiteX3" fmla="*/ 7270945 w 7270945"/>
              <a:gd name="connsiteY3" fmla="*/ 5392111 h 5392926"/>
              <a:gd name="connsiteX4" fmla="*/ 661249 w 7270945"/>
              <a:gd name="connsiteY4" fmla="*/ 5392926 h 5392926"/>
              <a:gd name="connsiteX5" fmla="*/ 159543 w 7270945"/>
              <a:gd name="connsiteY5" fmla="*/ 4858850 h 5392926"/>
              <a:gd name="connsiteX6" fmla="*/ 155497 w 7270945"/>
              <a:gd name="connsiteY6" fmla="*/ 497244 h 5392926"/>
              <a:gd name="connsiteX0" fmla="*/ 155497 w 7270945"/>
              <a:gd name="connsiteY0" fmla="*/ 497244 h 5392926"/>
              <a:gd name="connsiteX1" fmla="*/ 677433 w 7270945"/>
              <a:gd name="connsiteY1" fmla="*/ 48135 h 5392926"/>
              <a:gd name="connsiteX2" fmla="*/ 7270945 w 7270945"/>
              <a:gd name="connsiteY2" fmla="*/ 48588 h 5392926"/>
              <a:gd name="connsiteX3" fmla="*/ 7270945 w 7270945"/>
              <a:gd name="connsiteY3" fmla="*/ 5392111 h 5392926"/>
              <a:gd name="connsiteX4" fmla="*/ 661249 w 7270945"/>
              <a:gd name="connsiteY4" fmla="*/ 5392926 h 5392926"/>
              <a:gd name="connsiteX5" fmla="*/ 159543 w 7270945"/>
              <a:gd name="connsiteY5" fmla="*/ 4858850 h 5392926"/>
              <a:gd name="connsiteX6" fmla="*/ 155497 w 7270945"/>
              <a:gd name="connsiteY6" fmla="*/ 497244 h 5392926"/>
              <a:gd name="connsiteX0" fmla="*/ 155497 w 7270945"/>
              <a:gd name="connsiteY0" fmla="*/ 497244 h 5392926"/>
              <a:gd name="connsiteX1" fmla="*/ 677433 w 7270945"/>
              <a:gd name="connsiteY1" fmla="*/ 48135 h 5392926"/>
              <a:gd name="connsiteX2" fmla="*/ 7270945 w 7270945"/>
              <a:gd name="connsiteY2" fmla="*/ 48588 h 5392926"/>
              <a:gd name="connsiteX3" fmla="*/ 7270945 w 7270945"/>
              <a:gd name="connsiteY3" fmla="*/ 5392111 h 5392926"/>
              <a:gd name="connsiteX4" fmla="*/ 661249 w 7270945"/>
              <a:gd name="connsiteY4" fmla="*/ 5392926 h 5392926"/>
              <a:gd name="connsiteX5" fmla="*/ 159543 w 7270945"/>
              <a:gd name="connsiteY5" fmla="*/ 4858850 h 5392926"/>
              <a:gd name="connsiteX6" fmla="*/ 155497 w 7270945"/>
              <a:gd name="connsiteY6" fmla="*/ 497244 h 5392926"/>
              <a:gd name="connsiteX0" fmla="*/ 155497 w 7270945"/>
              <a:gd name="connsiteY0" fmla="*/ 497244 h 5392926"/>
              <a:gd name="connsiteX1" fmla="*/ 677433 w 7270945"/>
              <a:gd name="connsiteY1" fmla="*/ 48135 h 5392926"/>
              <a:gd name="connsiteX2" fmla="*/ 7270945 w 7270945"/>
              <a:gd name="connsiteY2" fmla="*/ 48588 h 5392926"/>
              <a:gd name="connsiteX3" fmla="*/ 7270945 w 7270945"/>
              <a:gd name="connsiteY3" fmla="*/ 5392111 h 5392926"/>
              <a:gd name="connsiteX4" fmla="*/ 661249 w 7270945"/>
              <a:gd name="connsiteY4" fmla="*/ 5392926 h 5392926"/>
              <a:gd name="connsiteX5" fmla="*/ 159543 w 7270945"/>
              <a:gd name="connsiteY5" fmla="*/ 4858850 h 5392926"/>
              <a:gd name="connsiteX6" fmla="*/ 155497 w 7270945"/>
              <a:gd name="connsiteY6" fmla="*/ 497244 h 5392926"/>
              <a:gd name="connsiteX0" fmla="*/ 184805 w 7300253"/>
              <a:gd name="connsiteY0" fmla="*/ 449109 h 5344791"/>
              <a:gd name="connsiteX1" fmla="*/ 706741 w 7300253"/>
              <a:gd name="connsiteY1" fmla="*/ 0 h 5344791"/>
              <a:gd name="connsiteX2" fmla="*/ 7300253 w 7300253"/>
              <a:gd name="connsiteY2" fmla="*/ 453 h 5344791"/>
              <a:gd name="connsiteX3" fmla="*/ 7300253 w 7300253"/>
              <a:gd name="connsiteY3" fmla="*/ 5343976 h 5344791"/>
              <a:gd name="connsiteX4" fmla="*/ 690557 w 7300253"/>
              <a:gd name="connsiteY4" fmla="*/ 5344791 h 5344791"/>
              <a:gd name="connsiteX5" fmla="*/ 188851 w 7300253"/>
              <a:gd name="connsiteY5" fmla="*/ 4810715 h 5344791"/>
              <a:gd name="connsiteX6" fmla="*/ 184805 w 7300253"/>
              <a:gd name="connsiteY6" fmla="*/ 449109 h 5344791"/>
              <a:gd name="connsiteX0" fmla="*/ 155498 w 7270946"/>
              <a:gd name="connsiteY0" fmla="*/ 497244 h 5392926"/>
              <a:gd name="connsiteX1" fmla="*/ 677434 w 7270946"/>
              <a:gd name="connsiteY1" fmla="*/ 48135 h 5392926"/>
              <a:gd name="connsiteX2" fmla="*/ 7270946 w 7270946"/>
              <a:gd name="connsiteY2" fmla="*/ 48588 h 5392926"/>
              <a:gd name="connsiteX3" fmla="*/ 7270946 w 7270946"/>
              <a:gd name="connsiteY3" fmla="*/ 5392111 h 5392926"/>
              <a:gd name="connsiteX4" fmla="*/ 661250 w 7270946"/>
              <a:gd name="connsiteY4" fmla="*/ 5392926 h 5392926"/>
              <a:gd name="connsiteX5" fmla="*/ 159544 w 7270946"/>
              <a:gd name="connsiteY5" fmla="*/ 4858850 h 5392926"/>
              <a:gd name="connsiteX6" fmla="*/ 155498 w 7270946"/>
              <a:gd name="connsiteY6" fmla="*/ 497244 h 5392926"/>
              <a:gd name="connsiteX0" fmla="*/ 37199 w 7152647"/>
              <a:gd name="connsiteY0" fmla="*/ 527190 h 5422872"/>
              <a:gd name="connsiteX1" fmla="*/ 559135 w 7152647"/>
              <a:gd name="connsiteY1" fmla="*/ 78081 h 5422872"/>
              <a:gd name="connsiteX2" fmla="*/ 7152647 w 7152647"/>
              <a:gd name="connsiteY2" fmla="*/ 78534 h 5422872"/>
              <a:gd name="connsiteX3" fmla="*/ 7152647 w 7152647"/>
              <a:gd name="connsiteY3" fmla="*/ 5422057 h 5422872"/>
              <a:gd name="connsiteX4" fmla="*/ 542951 w 7152647"/>
              <a:gd name="connsiteY4" fmla="*/ 5422872 h 5422872"/>
              <a:gd name="connsiteX5" fmla="*/ 41245 w 7152647"/>
              <a:gd name="connsiteY5" fmla="*/ 4888796 h 5422872"/>
              <a:gd name="connsiteX6" fmla="*/ 37199 w 7152647"/>
              <a:gd name="connsiteY6" fmla="*/ 527190 h 5422872"/>
              <a:gd name="connsiteX0" fmla="*/ 27 w 7115475"/>
              <a:gd name="connsiteY0" fmla="*/ 522980 h 5418662"/>
              <a:gd name="connsiteX1" fmla="*/ 521963 w 7115475"/>
              <a:gd name="connsiteY1" fmla="*/ 73871 h 5418662"/>
              <a:gd name="connsiteX2" fmla="*/ 7115475 w 7115475"/>
              <a:gd name="connsiteY2" fmla="*/ 74324 h 5418662"/>
              <a:gd name="connsiteX3" fmla="*/ 7115475 w 7115475"/>
              <a:gd name="connsiteY3" fmla="*/ 5417847 h 5418662"/>
              <a:gd name="connsiteX4" fmla="*/ 505779 w 7115475"/>
              <a:gd name="connsiteY4" fmla="*/ 5418662 h 5418662"/>
              <a:gd name="connsiteX5" fmla="*/ 4073 w 7115475"/>
              <a:gd name="connsiteY5" fmla="*/ 4884586 h 5418662"/>
              <a:gd name="connsiteX6" fmla="*/ 27 w 7115475"/>
              <a:gd name="connsiteY6" fmla="*/ 522980 h 5418662"/>
              <a:gd name="connsiteX0" fmla="*/ 161 w 7115609"/>
              <a:gd name="connsiteY0" fmla="*/ 449127 h 5344809"/>
              <a:gd name="connsiteX1" fmla="*/ 522097 w 7115609"/>
              <a:gd name="connsiteY1" fmla="*/ 18 h 5344809"/>
              <a:gd name="connsiteX2" fmla="*/ 7115609 w 7115609"/>
              <a:gd name="connsiteY2" fmla="*/ 471 h 5344809"/>
              <a:gd name="connsiteX3" fmla="*/ 7115609 w 7115609"/>
              <a:gd name="connsiteY3" fmla="*/ 5343994 h 5344809"/>
              <a:gd name="connsiteX4" fmla="*/ 505913 w 7115609"/>
              <a:gd name="connsiteY4" fmla="*/ 5344809 h 5344809"/>
              <a:gd name="connsiteX5" fmla="*/ 4207 w 7115609"/>
              <a:gd name="connsiteY5" fmla="*/ 4810733 h 5344809"/>
              <a:gd name="connsiteX6" fmla="*/ 161 w 7115609"/>
              <a:gd name="connsiteY6" fmla="*/ 449127 h 5344809"/>
              <a:gd name="connsiteX0" fmla="*/ 196 w 7115644"/>
              <a:gd name="connsiteY0" fmla="*/ 449124 h 5344806"/>
              <a:gd name="connsiteX1" fmla="*/ 522132 w 7115644"/>
              <a:gd name="connsiteY1" fmla="*/ 15 h 5344806"/>
              <a:gd name="connsiteX2" fmla="*/ 7115644 w 7115644"/>
              <a:gd name="connsiteY2" fmla="*/ 468 h 5344806"/>
              <a:gd name="connsiteX3" fmla="*/ 7115644 w 7115644"/>
              <a:gd name="connsiteY3" fmla="*/ 5343991 h 5344806"/>
              <a:gd name="connsiteX4" fmla="*/ 505948 w 7115644"/>
              <a:gd name="connsiteY4" fmla="*/ 5344806 h 5344806"/>
              <a:gd name="connsiteX5" fmla="*/ 4242 w 7115644"/>
              <a:gd name="connsiteY5" fmla="*/ 4810730 h 5344806"/>
              <a:gd name="connsiteX6" fmla="*/ 196 w 7115644"/>
              <a:gd name="connsiteY6" fmla="*/ 449124 h 5344806"/>
              <a:gd name="connsiteX0" fmla="*/ 196 w 7115644"/>
              <a:gd name="connsiteY0" fmla="*/ 449132 h 5344814"/>
              <a:gd name="connsiteX1" fmla="*/ 522132 w 7115644"/>
              <a:gd name="connsiteY1" fmla="*/ 23 h 5344814"/>
              <a:gd name="connsiteX2" fmla="*/ 7115644 w 7115644"/>
              <a:gd name="connsiteY2" fmla="*/ 476 h 5344814"/>
              <a:gd name="connsiteX3" fmla="*/ 7115644 w 7115644"/>
              <a:gd name="connsiteY3" fmla="*/ 5343999 h 5344814"/>
              <a:gd name="connsiteX4" fmla="*/ 505948 w 7115644"/>
              <a:gd name="connsiteY4" fmla="*/ 5344814 h 5344814"/>
              <a:gd name="connsiteX5" fmla="*/ 4242 w 7115644"/>
              <a:gd name="connsiteY5" fmla="*/ 4810738 h 5344814"/>
              <a:gd name="connsiteX6" fmla="*/ 196 w 7115644"/>
              <a:gd name="connsiteY6" fmla="*/ 449132 h 5344814"/>
              <a:gd name="connsiteX0" fmla="*/ 21 w 7115469"/>
              <a:gd name="connsiteY0" fmla="*/ 449140 h 5344822"/>
              <a:gd name="connsiteX1" fmla="*/ 521957 w 7115469"/>
              <a:gd name="connsiteY1" fmla="*/ 31 h 5344822"/>
              <a:gd name="connsiteX2" fmla="*/ 7115469 w 7115469"/>
              <a:gd name="connsiteY2" fmla="*/ 484 h 5344822"/>
              <a:gd name="connsiteX3" fmla="*/ 7115469 w 7115469"/>
              <a:gd name="connsiteY3" fmla="*/ 5344007 h 5344822"/>
              <a:gd name="connsiteX4" fmla="*/ 505773 w 7115469"/>
              <a:gd name="connsiteY4" fmla="*/ 5344822 h 5344822"/>
              <a:gd name="connsiteX5" fmla="*/ 4067 w 7115469"/>
              <a:gd name="connsiteY5" fmla="*/ 4810746 h 5344822"/>
              <a:gd name="connsiteX6" fmla="*/ 21 w 7115469"/>
              <a:gd name="connsiteY6" fmla="*/ 449140 h 5344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15469" h="5344822">
                <a:moveTo>
                  <a:pt x="21" y="449140"/>
                </a:moveTo>
                <a:cubicBezTo>
                  <a:pt x="-2303" y="101747"/>
                  <a:pt x="197851" y="-2068"/>
                  <a:pt x="521957" y="31"/>
                </a:cubicBezTo>
                <a:lnTo>
                  <a:pt x="7115469" y="484"/>
                </a:lnTo>
                <a:lnTo>
                  <a:pt x="7115469" y="5344007"/>
                </a:lnTo>
                <a:lnTo>
                  <a:pt x="505773" y="5344822"/>
                </a:lnTo>
                <a:cubicBezTo>
                  <a:pt x="180743" y="5344822"/>
                  <a:pt x="1369" y="5166796"/>
                  <a:pt x="4067" y="4810746"/>
                </a:cubicBezTo>
                <a:cubicBezTo>
                  <a:pt x="4741" y="4820187"/>
                  <a:pt x="2345" y="796533"/>
                  <a:pt x="21" y="449140"/>
                </a:cubicBezTo>
                <a:close/>
              </a:path>
            </a:pathLst>
          </a:custGeom>
          <a:noFill/>
          <a:ln w="9525" algn="ctr">
            <a:noFill/>
            <a:miter lim="800000"/>
            <a:headEnd/>
            <a:tailEnd/>
          </a:ln>
        </p:spPr>
        <p:txBody>
          <a:bodyPr/>
          <a:lstStyle>
            <a:lvl1pPr>
              <a:defRPr sz="2133"/>
            </a:lvl1pPr>
          </a:lstStyle>
          <a:p>
            <a:r>
              <a:rPr lang="en-GB"/>
              <a:t>Click icon to add picture</a:t>
            </a:r>
            <a:endParaRPr lang="en-GB" dirty="0"/>
          </a:p>
        </p:txBody>
      </p:sp>
      <p:sp>
        <p:nvSpPr>
          <p:cNvPr id="107" name="Rectangle 6" descr="Rectangle 6"/>
          <p:cNvSpPr>
            <a:spLocks noGrp="1" noChangeArrowheads="1"/>
          </p:cNvSpPr>
          <p:nvPr userDrawn="1">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102" name="Rectangle 2"/>
          <p:cNvSpPr>
            <a:spLocks noGrp="1" noChangeArrowheads="1"/>
          </p:cNvSpPr>
          <p:nvPr userDrawn="1">
            <p:ph type="ctrTitle"/>
          </p:nvPr>
        </p:nvSpPr>
        <p:spPr>
          <a:xfrm>
            <a:off x="766800" y="2286000"/>
            <a:ext cx="4141630" cy="1386000"/>
          </a:xfrm>
          <a:noFill/>
        </p:spPr>
        <p:txBody>
          <a:bodyPr lIns="0" tIns="0" rIns="0" anchor="b" anchorCtr="0"/>
          <a:lstStyle>
            <a:lvl1pPr>
              <a:lnSpc>
                <a:spcPct val="110000"/>
              </a:lnSpc>
              <a:defRPr sz="3600" b="0" kern="1200" cap="none" spc="0" baseline="0">
                <a:solidFill>
                  <a:schemeClr val="tx1"/>
                </a:solidFill>
                <a:latin typeface="+mj-lt"/>
                <a:cs typeface="Arial" pitchFamily="34" charset="0"/>
              </a:defRPr>
            </a:lvl1pPr>
          </a:lstStyle>
          <a:p>
            <a:r>
              <a:rPr lang="en-GB"/>
              <a:t>Click to edit Master title style</a:t>
            </a:r>
            <a:endParaRPr lang="en-GB" dirty="0"/>
          </a:p>
        </p:txBody>
      </p:sp>
      <p:sp>
        <p:nvSpPr>
          <p:cNvPr id="103" name="Rectangle 3"/>
          <p:cNvSpPr>
            <a:spLocks noGrp="1" noChangeArrowheads="1"/>
          </p:cNvSpPr>
          <p:nvPr userDrawn="1">
            <p:ph type="subTitle" idx="1"/>
          </p:nvPr>
        </p:nvSpPr>
        <p:spPr>
          <a:xfrm>
            <a:off x="766800" y="3805199"/>
            <a:ext cx="4036789" cy="748800"/>
          </a:xfrm>
        </p:spPr>
        <p:txBody>
          <a:bodyPr anchor="t" anchorCtr="0"/>
          <a:lstStyle>
            <a:lvl1pPr marL="0" indent="0">
              <a:lnSpc>
                <a:spcPct val="100000"/>
              </a:lnSpc>
              <a:spcBef>
                <a:spcPct val="0"/>
              </a:spcBef>
              <a:spcAft>
                <a:spcPts val="0"/>
              </a:spcAft>
              <a:buFont typeface="Wingdings" pitchFamily="2" charset="2"/>
              <a:buNone/>
              <a:defRPr sz="2000" baseline="0">
                <a:solidFill>
                  <a:schemeClr val="tx1"/>
                </a:solidFill>
                <a:latin typeface="+mn-lt"/>
                <a:cs typeface="Arial" pitchFamily="34" charset="0"/>
              </a:defRPr>
            </a:lvl1pPr>
          </a:lstStyle>
          <a:p>
            <a:r>
              <a:rPr lang="en-GB"/>
              <a:t>Click to edit Master subtitle style</a:t>
            </a:r>
            <a:endParaRPr lang="en-GB" dirty="0"/>
          </a:p>
        </p:txBody>
      </p:sp>
      <p:sp>
        <p:nvSpPr>
          <p:cNvPr id="104" name="Text Placeholder 31"/>
          <p:cNvSpPr>
            <a:spLocks noGrp="1"/>
          </p:cNvSpPr>
          <p:nvPr userDrawn="1">
            <p:ph type="body" sz="quarter" idx="10" hasCustomPrompt="1"/>
          </p:nvPr>
        </p:nvSpPr>
        <p:spPr>
          <a:xfrm>
            <a:off x="766800" y="4831200"/>
            <a:ext cx="4043018" cy="237600"/>
          </a:xfrm>
        </p:spPr>
        <p:txBody>
          <a:bodyPr anchor="t" anchorCtr="0"/>
          <a:lstStyle>
            <a:lvl1pPr>
              <a:lnSpc>
                <a:spcPct val="100000"/>
              </a:lnSpc>
              <a:buNone/>
              <a:defRPr sz="1400">
                <a:solidFill>
                  <a:schemeClr val="tx1"/>
                </a:solidFill>
                <a:latin typeface="ShellHeavy" panose="00000700000000000000" pitchFamily="2" charset="0"/>
              </a:defRPr>
            </a:lvl1pPr>
          </a:lstStyle>
          <a:p>
            <a:pPr lvl="0"/>
            <a:r>
              <a:rPr lang="en-GB" dirty="0"/>
              <a:t>Click to insert Author’s Name</a:t>
            </a:r>
          </a:p>
        </p:txBody>
      </p:sp>
      <p:sp>
        <p:nvSpPr>
          <p:cNvPr id="105" name="Text Placeholder 31"/>
          <p:cNvSpPr>
            <a:spLocks noGrp="1"/>
          </p:cNvSpPr>
          <p:nvPr userDrawn="1">
            <p:ph type="body" sz="quarter" idx="11" hasCustomPrompt="1"/>
          </p:nvPr>
        </p:nvSpPr>
        <p:spPr>
          <a:xfrm>
            <a:off x="766800" y="5083200"/>
            <a:ext cx="4043018" cy="489600"/>
          </a:xfrm>
        </p:spPr>
        <p:txBody>
          <a:bodyPr anchor="t" anchorCtr="0"/>
          <a:lstStyle>
            <a:lvl1pPr>
              <a:lnSpc>
                <a:spcPct val="100000"/>
              </a:lnSpc>
              <a:buNone/>
              <a:defRPr sz="1400">
                <a:solidFill>
                  <a:schemeClr val="tx1"/>
                </a:solidFill>
                <a:latin typeface="ShellMedium" panose="00000600000000000000" pitchFamily="2" charset="0"/>
              </a:defRPr>
            </a:lvl1pPr>
          </a:lstStyle>
          <a:p>
            <a:pPr lvl="0"/>
            <a:r>
              <a:rPr lang="en-GB" noProof="1"/>
              <a:t>Click to insert Role in Organisation</a:t>
            </a:r>
          </a:p>
        </p:txBody>
      </p:sp>
      <p:sp>
        <p:nvSpPr>
          <p:cNvPr id="90" name="Rectangle 4" descr="Rectangle 4"/>
          <p:cNvSpPr>
            <a:spLocks noGrp="1" noChangeArrowheads="1"/>
          </p:cNvSpPr>
          <p:nvPr userDrawn="1">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r>
              <a:rPr lang="en-GB" noProof="1"/>
              <a:t>October 2025</a:t>
            </a:r>
          </a:p>
        </p:txBody>
      </p:sp>
      <p:sp>
        <p:nvSpPr>
          <p:cNvPr id="88" name="Rectangle 5"/>
          <p:cNvSpPr>
            <a:spLocks noGrp="1" noChangeArrowheads="1"/>
          </p:cNvSpPr>
          <p:nvPr userDrawn="1">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tx1"/>
                </a:solidFill>
                <a:latin typeface="+mn-lt"/>
                <a:cs typeface="Arial" pitchFamily="34" charset="0"/>
              </a:defRPr>
            </a:lvl1pPr>
          </a:lstStyle>
          <a:p>
            <a:pPr>
              <a:defRPr/>
            </a:pPr>
            <a:r>
              <a:rPr lang="en-GB" noProof="1"/>
              <a:t> </a:t>
            </a:r>
          </a:p>
        </p:txBody>
      </p:sp>
      <p:pic>
        <p:nvPicPr>
          <p:cNvPr id="15" name="Picture 1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5840" y="517459"/>
            <a:ext cx="1887660" cy="1887660"/>
          </a:xfrm>
          <a:prstGeom prst="rect">
            <a:avLst/>
          </a:prstGeom>
          <a:ln>
            <a:noFill/>
          </a:ln>
        </p:spPr>
      </p:pic>
      <p:sp>
        <p:nvSpPr>
          <p:cNvPr id="12" name="Text Box 11" descr="&lt;COMPANY_NAME&gt;&#10;"/>
          <p:cNvSpPr txBox="1">
            <a:spLocks noChangeArrowheads="1"/>
          </p:cNvSpPr>
          <p:nvPr userDrawn="1"/>
        </p:nvSpPr>
        <p:spPr bwMode="auto">
          <a:xfrm>
            <a:off x="512259" y="6469199"/>
            <a:ext cx="3360000" cy="237600"/>
          </a:xfrm>
          <a:prstGeom prst="rect">
            <a:avLst/>
          </a:prstGeom>
          <a:noFill/>
          <a:ln w="9525" algn="ctr">
            <a:noFill/>
            <a:miter lim="800000"/>
            <a:headEnd/>
            <a:tailEnd/>
          </a:ln>
          <a:effectLst/>
        </p:spPr>
        <p:txBody>
          <a:bodyPr wrap="none" lIns="0" tIns="0" rIns="0" anchor="t" anchorCtr="0">
            <a:noAutofit/>
          </a:bodyPr>
          <a:lstStyle/>
          <a:p>
            <a:pPr>
              <a:defRPr/>
            </a:pPr>
            <a:r>
              <a:rPr lang="en-GB" sz="850" noProof="1">
                <a:solidFill>
                  <a:schemeClr val="tx1"/>
                </a:solidFill>
                <a:latin typeface="+mn-lt"/>
                <a:cs typeface="Arial" pitchFamily="34" charset="0"/>
              </a:rPr>
              <a:t>Copyright of Shell International B.V.</a:t>
            </a:r>
          </a:p>
        </p:txBody>
      </p:sp>
      <p:sp>
        <p:nvSpPr>
          <p:cNvPr id="2" name="TextBox 1" descr="CONFIDENTIAL_TAG_0xFFEE">
            <a:extLst>
              <a:ext uri="{FF2B5EF4-FFF2-40B4-BE49-F238E27FC236}">
                <a16:creationId xmlns:a16="http://schemas.microsoft.com/office/drawing/2014/main" id="{C77E9BB5-C85C-D950-B966-C7632818A46B}"/>
              </a:ext>
            </a:extLst>
          </p:cNvPr>
          <p:cNvSpPr txBox="1"/>
          <p:nvPr userDrawn="1"/>
        </p:nvSpPr>
        <p:spPr>
          <a:xfrm>
            <a:off x="8457822" y="6481427"/>
            <a:ext cx="1079500" cy="169277"/>
          </a:xfrm>
          <a:prstGeom prst="rect">
            <a:avLst/>
          </a:prstGeom>
          <a:noFill/>
          <a:ln>
            <a:noFill/>
          </a:ln>
          <a:effectLst>
            <a:glow>
              <a:srgbClr val="000000"/>
            </a:glow>
          </a:effectLst>
        </p:spPr>
        <p:txBody>
          <a:bodyPr vert="horz" wrap="square" lIns="0" tIns="0" rIns="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chemeClr val="accent2"/>
                </a:solidFill>
                <a:effectLst/>
                <a:uLnTx/>
                <a:uFillTx/>
                <a:latin typeface="ShellMedium" panose="00000600000000000000" pitchFamily="50" charset="0"/>
                <a:ea typeface="+mn-ea"/>
                <a:cs typeface="+mn-cs"/>
              </a:rPr>
              <a:t>INTERNAL</a:t>
            </a:r>
            <a:endParaRPr kumimoji="0" lang="en-GB" sz="800" b="0" i="0" u="none" strike="noStrike" kern="1200" cap="none" spc="0" normalizeH="0" baseline="0" noProof="0" dirty="0">
              <a:ln>
                <a:noFill/>
              </a:ln>
              <a:solidFill>
                <a:schemeClr val="accent2"/>
              </a:solidFill>
              <a:effectLst/>
              <a:uLnTx/>
              <a:uFillTx/>
              <a:latin typeface="ShellMedium" panose="00000600000000000000" pitchFamily="50" charset="0"/>
              <a:ea typeface="+mn-ea"/>
              <a:cs typeface="+mn-cs"/>
            </a:endParaRPr>
          </a:p>
        </p:txBody>
      </p:sp>
    </p:spTree>
    <p:extLst>
      <p:ext uri="{BB962C8B-B14F-4D97-AF65-F5344CB8AC3E}">
        <p14:creationId xmlns:p14="http://schemas.microsoft.com/office/powerpoint/2010/main" val="3755712602"/>
      </p:ext>
    </p:extLst>
  </p:cSld>
  <p:clrMapOvr>
    <a:masterClrMapping/>
  </p:clrMapOvr>
  <p:transition/>
  <p:hf hdr="0"/>
  <p:extLst>
    <p:ext uri="{DCECCB84-F9BA-43D5-87BE-67443E8EF086}">
      <p15:sldGuideLst xmlns:p15="http://schemas.microsoft.com/office/powerpoint/2012/main">
        <p15:guide id="1" orient="horz" pos="3058" userDrawn="1">
          <p15:clr>
            <a:srgbClr val="FBAE40"/>
          </p15:clr>
        </p15:guide>
        <p15:guide id="2" orient="horz" pos="2235" userDrawn="1">
          <p15:clr>
            <a:srgbClr val="FBAE40"/>
          </p15:clr>
        </p15:guide>
        <p15:guide id="3" orient="horz" pos="2562" userDrawn="1">
          <p15:clr>
            <a:srgbClr val="FBAE40"/>
          </p15:clr>
        </p15:guide>
        <p15:guide id="4" orient="horz" pos="2992"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 Option 4">
    <p:spTree>
      <p:nvGrpSpPr>
        <p:cNvPr id="1" name=""/>
        <p:cNvGrpSpPr/>
        <p:nvPr/>
      </p:nvGrpSpPr>
      <p:grpSpPr>
        <a:xfrm>
          <a:off x="0" y="0"/>
          <a:ext cx="0" cy="0"/>
          <a:chOff x="0" y="0"/>
          <a:chExt cx="0" cy="0"/>
        </a:xfrm>
      </p:grpSpPr>
      <p:sp>
        <p:nvSpPr>
          <p:cNvPr id="3" name="Picture Placeholder 2" descr="&lt;ignore&gt;"/>
          <p:cNvSpPr>
            <a:spLocks noGrp="1"/>
          </p:cNvSpPr>
          <p:nvPr>
            <p:ph type="pic" sz="quarter" idx="12"/>
          </p:nvPr>
        </p:nvSpPr>
        <p:spPr bwMode="auto">
          <a:xfrm>
            <a:off x="0" y="0"/>
            <a:ext cx="12194723" cy="6857999"/>
          </a:xfrm>
          <a:prstGeom prst="rect">
            <a:avLst/>
          </a:prstGeom>
          <a:noFill/>
          <a:ln w="9525" algn="ctr">
            <a:noFill/>
            <a:miter lim="800000"/>
            <a:headEnd/>
            <a:tailEnd/>
          </a:ln>
        </p:spPr>
        <p:txBody>
          <a:bodyPr/>
          <a:lstStyle>
            <a:lvl1pPr>
              <a:defRPr sz="2133"/>
            </a:lvl1pPr>
          </a:lstStyle>
          <a:p>
            <a:r>
              <a:rPr lang="en-GB"/>
              <a:t>Click icon to add picture</a:t>
            </a:r>
            <a:endParaRPr lang="en-GB" dirty="0"/>
          </a:p>
        </p:txBody>
      </p:sp>
      <p:sp>
        <p:nvSpPr>
          <p:cNvPr id="107"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102" name="Rectangle 2"/>
          <p:cNvSpPr>
            <a:spLocks noGrp="1" noChangeArrowheads="1"/>
          </p:cNvSpPr>
          <p:nvPr>
            <p:ph type="ctrTitle"/>
          </p:nvPr>
        </p:nvSpPr>
        <p:spPr>
          <a:xfrm>
            <a:off x="766800" y="2754000"/>
            <a:ext cx="9972000" cy="918000"/>
          </a:xfrm>
          <a:noFill/>
        </p:spPr>
        <p:txBody>
          <a:bodyPr lIns="0" tIns="0" rIns="0" anchor="b" anchorCtr="0"/>
          <a:lstStyle>
            <a:lvl1pPr>
              <a:lnSpc>
                <a:spcPct val="100000"/>
              </a:lnSpc>
              <a:defRPr sz="3600" b="0" kern="1200" cap="none" spc="0" baseline="0">
                <a:solidFill>
                  <a:schemeClr val="tx1"/>
                </a:solidFill>
                <a:latin typeface="+mj-lt"/>
                <a:cs typeface="Arial" pitchFamily="34" charset="0"/>
              </a:defRPr>
            </a:lvl1pPr>
          </a:lstStyle>
          <a:p>
            <a:r>
              <a:rPr lang="en-GB"/>
              <a:t>Click to edit Master title style</a:t>
            </a:r>
            <a:endParaRPr lang="en-GB" dirty="0"/>
          </a:p>
        </p:txBody>
      </p:sp>
      <p:sp>
        <p:nvSpPr>
          <p:cNvPr id="103" name="Rectangle 3"/>
          <p:cNvSpPr>
            <a:spLocks noGrp="1" noChangeArrowheads="1"/>
          </p:cNvSpPr>
          <p:nvPr>
            <p:ph type="subTitle" idx="1"/>
          </p:nvPr>
        </p:nvSpPr>
        <p:spPr>
          <a:xfrm>
            <a:off x="766800" y="3805200"/>
            <a:ext cx="9975600" cy="748800"/>
          </a:xfrm>
        </p:spPr>
        <p:txBody>
          <a:bodyPr anchor="t" anchorCtr="0"/>
          <a:lstStyle>
            <a:lvl1pPr marL="0" indent="0">
              <a:lnSpc>
                <a:spcPct val="90000"/>
              </a:lnSpc>
              <a:spcBef>
                <a:spcPct val="0"/>
              </a:spcBef>
              <a:spcAft>
                <a:spcPts val="0"/>
              </a:spcAft>
              <a:buFont typeface="Wingdings" pitchFamily="2" charset="2"/>
              <a:buNone/>
              <a:defRPr sz="2000" baseline="0">
                <a:solidFill>
                  <a:schemeClr val="tx1"/>
                </a:solidFill>
                <a:latin typeface="+mn-lt"/>
                <a:cs typeface="Arial" pitchFamily="34" charset="0"/>
              </a:defRPr>
            </a:lvl1pPr>
          </a:lstStyle>
          <a:p>
            <a:r>
              <a:rPr lang="en-GB"/>
              <a:t>Click to edit Master subtitle style</a:t>
            </a:r>
            <a:endParaRPr lang="en-GB" dirty="0"/>
          </a:p>
        </p:txBody>
      </p:sp>
      <p:sp>
        <p:nvSpPr>
          <p:cNvPr id="104" name="Text Placeholder 31"/>
          <p:cNvSpPr>
            <a:spLocks noGrp="1"/>
          </p:cNvSpPr>
          <p:nvPr>
            <p:ph type="body" sz="quarter" idx="10" hasCustomPrompt="1"/>
          </p:nvPr>
        </p:nvSpPr>
        <p:spPr>
          <a:xfrm>
            <a:off x="766800" y="4831200"/>
            <a:ext cx="7869600" cy="237600"/>
          </a:xfrm>
        </p:spPr>
        <p:txBody>
          <a:bodyPr anchor="t" anchorCtr="0"/>
          <a:lstStyle>
            <a:lvl1pPr>
              <a:lnSpc>
                <a:spcPct val="100000"/>
              </a:lnSpc>
              <a:buNone/>
              <a:defRPr sz="1400">
                <a:solidFill>
                  <a:schemeClr val="tx1"/>
                </a:solidFill>
                <a:latin typeface="ShellHeavy" panose="00000700000000000000" pitchFamily="2" charset="0"/>
              </a:defRPr>
            </a:lvl1pPr>
          </a:lstStyle>
          <a:p>
            <a:pPr lvl="0"/>
            <a:r>
              <a:rPr lang="en-GB" dirty="0"/>
              <a:t>Click to insert Author’s Name</a:t>
            </a:r>
          </a:p>
        </p:txBody>
      </p:sp>
      <p:sp>
        <p:nvSpPr>
          <p:cNvPr id="105" name="Text Placeholder 31"/>
          <p:cNvSpPr>
            <a:spLocks noGrp="1"/>
          </p:cNvSpPr>
          <p:nvPr>
            <p:ph type="body" sz="quarter" idx="11" hasCustomPrompt="1"/>
          </p:nvPr>
        </p:nvSpPr>
        <p:spPr>
          <a:xfrm>
            <a:off x="766800" y="5083200"/>
            <a:ext cx="7869600" cy="237600"/>
          </a:xfrm>
        </p:spPr>
        <p:txBody>
          <a:bodyPr anchor="t" anchorCtr="0"/>
          <a:lstStyle>
            <a:lvl1pPr>
              <a:lnSpc>
                <a:spcPct val="100000"/>
              </a:lnSpc>
              <a:buNone/>
              <a:defRPr sz="1400">
                <a:solidFill>
                  <a:schemeClr val="tx1"/>
                </a:solidFill>
                <a:latin typeface="ShellMedium" panose="00000600000000000000" pitchFamily="2" charset="0"/>
              </a:defRPr>
            </a:lvl1pPr>
          </a:lstStyle>
          <a:p>
            <a:pPr lvl="0"/>
            <a:r>
              <a:rPr lang="en-GB" noProof="1"/>
              <a:t>Click to insert Role in Organisation</a:t>
            </a:r>
          </a:p>
        </p:txBody>
      </p:sp>
      <p:sp>
        <p:nvSpPr>
          <p:cNvPr id="90"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r>
              <a:rPr lang="en-GB" noProof="1"/>
              <a:t>October 2025</a:t>
            </a:r>
          </a:p>
        </p:txBody>
      </p:sp>
      <p:sp>
        <p:nvSpPr>
          <p:cNvPr id="88"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tx1"/>
                </a:solidFill>
                <a:latin typeface="+mn-lt"/>
                <a:cs typeface="Arial" pitchFamily="34" charset="0"/>
              </a:defRPr>
            </a:lvl1pPr>
          </a:lstStyle>
          <a:p>
            <a:pPr>
              <a:defRPr/>
            </a:pPr>
            <a:r>
              <a:rPr lang="en-GB" noProof="1"/>
              <a:t> </a:t>
            </a:r>
          </a:p>
        </p:txBody>
      </p:sp>
      <p:pic>
        <p:nvPicPr>
          <p:cNvPr id="15" name="Picture 1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5840" y="517459"/>
            <a:ext cx="1887660" cy="1887660"/>
          </a:xfrm>
          <a:prstGeom prst="rect">
            <a:avLst/>
          </a:prstGeom>
          <a:ln>
            <a:noFill/>
          </a:ln>
        </p:spPr>
      </p:pic>
      <p:sp>
        <p:nvSpPr>
          <p:cNvPr id="12" name="Text Box 11" descr="&lt;COMPANY_NAME&gt;&#10;"/>
          <p:cNvSpPr txBox="1">
            <a:spLocks noChangeArrowheads="1"/>
          </p:cNvSpPr>
          <p:nvPr userDrawn="1"/>
        </p:nvSpPr>
        <p:spPr bwMode="auto">
          <a:xfrm>
            <a:off x="512259" y="6469199"/>
            <a:ext cx="3360000" cy="237600"/>
          </a:xfrm>
          <a:prstGeom prst="rect">
            <a:avLst/>
          </a:prstGeom>
          <a:noFill/>
          <a:ln w="9525" algn="ctr">
            <a:noFill/>
            <a:miter lim="800000"/>
            <a:headEnd/>
            <a:tailEnd/>
          </a:ln>
          <a:effectLst/>
        </p:spPr>
        <p:txBody>
          <a:bodyPr wrap="none" lIns="0" tIns="0" rIns="0" anchor="t" anchorCtr="0">
            <a:noAutofit/>
          </a:bodyPr>
          <a:lstStyle/>
          <a:p>
            <a:pPr>
              <a:defRPr/>
            </a:pPr>
            <a:r>
              <a:rPr lang="en-GB" sz="850" noProof="1">
                <a:solidFill>
                  <a:schemeClr val="tx1"/>
                </a:solidFill>
                <a:latin typeface="+mn-lt"/>
                <a:cs typeface="Arial" pitchFamily="34" charset="0"/>
              </a:rPr>
              <a:t>Copyright of Shell International B.V.</a:t>
            </a:r>
          </a:p>
        </p:txBody>
      </p:sp>
      <p:sp>
        <p:nvSpPr>
          <p:cNvPr id="2" name="TextBox 1" descr="CONFIDENTIAL_TAG_0xFFEE">
            <a:extLst>
              <a:ext uri="{FF2B5EF4-FFF2-40B4-BE49-F238E27FC236}">
                <a16:creationId xmlns:a16="http://schemas.microsoft.com/office/drawing/2014/main" id="{B5B1F5D2-1C8B-4FAA-413D-1164BE5F021E}"/>
              </a:ext>
            </a:extLst>
          </p:cNvPr>
          <p:cNvSpPr txBox="1"/>
          <p:nvPr userDrawn="1"/>
        </p:nvSpPr>
        <p:spPr>
          <a:xfrm>
            <a:off x="8457822" y="6481427"/>
            <a:ext cx="1079500" cy="169277"/>
          </a:xfrm>
          <a:prstGeom prst="rect">
            <a:avLst/>
          </a:prstGeom>
          <a:noFill/>
          <a:ln>
            <a:noFill/>
          </a:ln>
          <a:effectLst>
            <a:glow>
              <a:srgbClr val="000000"/>
            </a:glow>
          </a:effectLst>
        </p:spPr>
        <p:txBody>
          <a:bodyPr vert="horz" wrap="square" lIns="0" tIns="0" rIns="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chemeClr val="accent2"/>
                </a:solidFill>
                <a:effectLst/>
                <a:uLnTx/>
                <a:uFillTx/>
                <a:latin typeface="ShellMedium" panose="00000600000000000000" pitchFamily="50" charset="0"/>
                <a:ea typeface="+mn-ea"/>
                <a:cs typeface="+mn-cs"/>
              </a:rPr>
              <a:t>INTERNAL</a:t>
            </a:r>
            <a:endParaRPr kumimoji="0" lang="en-GB" sz="800" b="0" i="0" u="none" strike="noStrike" kern="1200" cap="none" spc="0" normalizeH="0" baseline="0" noProof="0" dirty="0">
              <a:ln>
                <a:noFill/>
              </a:ln>
              <a:solidFill>
                <a:schemeClr val="accent2"/>
              </a:solidFill>
              <a:effectLst/>
              <a:uLnTx/>
              <a:uFillTx/>
              <a:latin typeface="ShellMedium" panose="00000600000000000000" pitchFamily="50" charset="0"/>
              <a:ea typeface="+mn-ea"/>
              <a:cs typeface="+mn-cs"/>
            </a:endParaRPr>
          </a:p>
        </p:txBody>
      </p:sp>
    </p:spTree>
    <p:extLst>
      <p:ext uri="{BB962C8B-B14F-4D97-AF65-F5344CB8AC3E}">
        <p14:creationId xmlns:p14="http://schemas.microsoft.com/office/powerpoint/2010/main" val="2590869577"/>
      </p:ext>
    </p:extLst>
  </p:cSld>
  <p:clrMapOvr>
    <a:masterClrMapping/>
  </p:clrMapOvr>
  <p:transition/>
  <p:hf hdr="0"/>
  <p:extLst>
    <p:ext uri="{DCECCB84-F9BA-43D5-87BE-67443E8EF086}">
      <p15:sldGuideLst xmlns:p15="http://schemas.microsoft.com/office/powerpoint/2012/main">
        <p15:guide id="1" orient="horz" pos="3058">
          <p15:clr>
            <a:srgbClr val="FBAE40"/>
          </p15:clr>
        </p15:guide>
        <p15:guide id="2" orient="horz" pos="2235">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4" name="Rectangle 2"/>
          <p:cNvSpPr>
            <a:spLocks noGrp="1" noChangeArrowheads="1"/>
          </p:cNvSpPr>
          <p:nvPr>
            <p:ph type="title"/>
          </p:nvPr>
        </p:nvSpPr>
        <p:spPr bwMode="auto">
          <a:xfrm>
            <a:off x="508000" y="712800"/>
            <a:ext cx="11171238" cy="808025"/>
          </a:xfrm>
          <a:prstGeom prst="rect">
            <a:avLst/>
          </a:prstGeom>
          <a:noFill/>
          <a:ln w="9525" algn="ctr">
            <a:noFill/>
            <a:miter lim="800000"/>
            <a:headEnd/>
            <a:tailEnd/>
          </a:ln>
        </p:spPr>
        <p:txBody>
          <a:bodyPr vert="horz" wrap="square" lIns="0" tIns="0" rIns="0" bIns="0" numCol="1" anchor="t" anchorCtr="0" compatLnSpc="1">
            <a:prstTxWarp prst="textNoShape">
              <a:avLst/>
            </a:prstTxWarp>
          </a:bodyPr>
          <a:lstStyle>
            <a:lvl1pPr>
              <a:defRPr cap="none" baseline="0">
                <a:solidFill>
                  <a:schemeClr val="tx1"/>
                </a:solidFill>
                <a:latin typeface="+mj-lt"/>
              </a:defRPr>
            </a:lvl1pPr>
          </a:lstStyle>
          <a:p>
            <a:pPr lvl="0"/>
            <a:r>
              <a:rPr lang="en-GB" noProof="0"/>
              <a:t>Click to edit Master title style</a:t>
            </a:r>
            <a:endParaRPr lang="en-GB" noProof="0" dirty="0"/>
          </a:p>
        </p:txBody>
      </p:sp>
      <p:sp>
        <p:nvSpPr>
          <p:cNvPr id="10" name="Content Placeholder 9"/>
          <p:cNvSpPr>
            <a:spLocks noGrp="1"/>
          </p:cNvSpPr>
          <p:nvPr>
            <p:ph sz="quarter" idx="11"/>
          </p:nvPr>
        </p:nvSpPr>
        <p:spPr>
          <a:xfrm>
            <a:off x="765174" y="1665288"/>
            <a:ext cx="10914063" cy="4694236"/>
          </a:xfrm>
        </p:spPr>
        <p:txBody>
          <a:bodyPr/>
          <a:lstStyle>
            <a:lvl1pPr marL="0" indent="0" defTabSz="357708">
              <a:lnSpc>
                <a:spcPct val="140000"/>
              </a:lnSpc>
              <a:spcBef>
                <a:spcPts val="0"/>
              </a:spcBef>
              <a:defRPr sz="1800"/>
            </a:lvl1pPr>
            <a:lvl2pPr marL="230400" indent="-230400" defTabSz="357708">
              <a:lnSpc>
                <a:spcPct val="140000"/>
              </a:lnSpc>
              <a:spcBef>
                <a:spcPts val="0"/>
              </a:spcBef>
              <a:defRPr sz="1800"/>
            </a:lvl2pPr>
            <a:lvl3pPr marL="459000" indent="-228600" defTabSz="357708">
              <a:lnSpc>
                <a:spcPct val="140000"/>
              </a:lnSpc>
              <a:spcBef>
                <a:spcPts val="0"/>
              </a:spcBef>
              <a:buClr>
                <a:schemeClr val="accent2"/>
              </a:buClr>
              <a:buSzPct val="100000"/>
              <a:buFont typeface="Wingdings" panose="05000000000000000000" pitchFamily="2" charset="2"/>
              <a:buChar char=""/>
              <a:defRPr sz="1800"/>
            </a:lvl3pPr>
            <a:lvl4pPr marL="687600" indent="-228600" defTabSz="357708">
              <a:lnSpc>
                <a:spcPct val="140000"/>
              </a:lnSpc>
              <a:spcBef>
                <a:spcPts val="0"/>
              </a:spcBef>
              <a:buClr>
                <a:schemeClr val="tx1"/>
              </a:buClr>
              <a:buSzPct val="100000"/>
              <a:buFont typeface="Wingdings" panose="05000000000000000000" pitchFamily="2" charset="2"/>
              <a:buChar char=""/>
              <a:defRPr sz="1600"/>
            </a:lvl4pPr>
            <a:lvl5pPr marL="890800" indent="-203200" defTabSz="357708">
              <a:lnSpc>
                <a:spcPct val="140000"/>
              </a:lnSpc>
              <a:spcBef>
                <a:spcPts val="0"/>
              </a:spcBef>
              <a:buClr>
                <a:schemeClr val="tx1"/>
              </a:buClr>
              <a:buSzPct val="100000"/>
              <a:buFont typeface="Wingdings" panose="05000000000000000000" pitchFamily="2" charset="2"/>
              <a:buChar char=""/>
              <a:defRPr sz="1400"/>
            </a:lvl5pPr>
            <a:lvl6pPr marL="1043200" indent="-152400" defTabSz="357708">
              <a:lnSpc>
                <a:spcPct val="140000"/>
              </a:lnSpc>
              <a:buClr>
                <a:schemeClr val="tx1"/>
              </a:buClr>
              <a:buSzPct val="100000"/>
              <a:buFont typeface="Wingdings" panose="05000000000000000000" pitchFamily="2" charset="2"/>
              <a:buChar char=""/>
              <a:defRPr sz="120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15"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r>
              <a:rPr lang="en-GB" noProof="1"/>
              <a:t>October 2025</a:t>
            </a:r>
          </a:p>
        </p:txBody>
      </p:sp>
      <p:sp>
        <p:nvSpPr>
          <p:cNvPr id="13"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8"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tx1"/>
                </a:solidFill>
                <a:latin typeface="+mn-lt"/>
                <a:cs typeface="Arial" pitchFamily="34" charset="0"/>
              </a:defRPr>
            </a:lvl1pPr>
          </a:lstStyle>
          <a:p>
            <a:pPr>
              <a:defRPr/>
            </a:pPr>
            <a:r>
              <a:rPr lang="en-GB" noProof="1"/>
              <a:t> </a:t>
            </a:r>
          </a:p>
        </p:txBody>
      </p:sp>
      <p:sp>
        <p:nvSpPr>
          <p:cNvPr id="2" name="TextBox 1" descr="CONFIDENTIAL_TAG_0xFFEE">
            <a:extLst>
              <a:ext uri="{FF2B5EF4-FFF2-40B4-BE49-F238E27FC236}">
                <a16:creationId xmlns:a16="http://schemas.microsoft.com/office/drawing/2014/main" id="{0B688E7A-6B7C-52CA-8477-F8E2BB1FB22A}"/>
              </a:ext>
            </a:extLst>
          </p:cNvPr>
          <p:cNvSpPr txBox="1"/>
          <p:nvPr userDrawn="1"/>
        </p:nvSpPr>
        <p:spPr>
          <a:xfrm>
            <a:off x="8457822" y="6481427"/>
            <a:ext cx="1079500" cy="169277"/>
          </a:xfrm>
          <a:prstGeom prst="rect">
            <a:avLst/>
          </a:prstGeom>
          <a:noFill/>
          <a:ln>
            <a:noFill/>
          </a:ln>
          <a:effectLst>
            <a:glow>
              <a:srgbClr val="000000"/>
            </a:glow>
          </a:effectLst>
        </p:spPr>
        <p:txBody>
          <a:bodyPr vert="horz" wrap="square" lIns="0" tIns="0" rIns="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chemeClr val="accent2"/>
                </a:solidFill>
                <a:effectLst/>
                <a:uLnTx/>
                <a:uFillTx/>
                <a:latin typeface="ShellMedium" panose="00000600000000000000" pitchFamily="50" charset="0"/>
                <a:ea typeface="+mn-ea"/>
                <a:cs typeface="+mn-cs"/>
              </a:rPr>
              <a:t>INTERNAL</a:t>
            </a:r>
            <a:endParaRPr kumimoji="0" lang="en-GB" sz="800" b="0" i="0" u="none" strike="noStrike" kern="1200" cap="none" spc="0" normalizeH="0" baseline="0" noProof="0" dirty="0">
              <a:ln>
                <a:noFill/>
              </a:ln>
              <a:solidFill>
                <a:schemeClr val="accent2"/>
              </a:solidFill>
              <a:effectLst/>
              <a:uLnTx/>
              <a:uFillTx/>
              <a:latin typeface="ShellMedium" panose="00000600000000000000" pitchFamily="50" charset="0"/>
              <a:ea typeface="+mn-ea"/>
              <a:cs typeface="+mn-cs"/>
            </a:endParaRPr>
          </a:p>
        </p:txBody>
      </p:sp>
    </p:spTree>
  </p:cSld>
  <p:clrMapOvr>
    <a:masterClrMapping/>
  </p:clrMapOvr>
  <p:transition/>
  <p:hf hdr="0"/>
  <p:extLst>
    <p:ext uri="{DCECCB84-F9BA-43D5-87BE-67443E8EF086}">
      <p15:sldGuideLst xmlns:p15="http://schemas.microsoft.com/office/powerpoint/2012/main">
        <p15:guide id="1" orient="horz" pos="2160" userDrawn="1">
          <p15:clr>
            <a:srgbClr val="FBAE40"/>
          </p15:clr>
        </p15:guide>
        <p15:guide id="2" orient="horz" pos="813"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 Option 2">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l="1827" t="7660" r="49917" b="6682"/>
          <a:stretch/>
        </p:blipFill>
        <p:spPr>
          <a:xfrm>
            <a:off x="8458199" y="0"/>
            <a:ext cx="3727939" cy="6617454"/>
          </a:xfrm>
          <a:prstGeom prst="rect">
            <a:avLst/>
          </a:prstGeom>
        </p:spPr>
      </p:pic>
      <p:sp>
        <p:nvSpPr>
          <p:cNvPr id="34" name="Rectangle 2"/>
          <p:cNvSpPr>
            <a:spLocks noGrp="1" noChangeArrowheads="1"/>
          </p:cNvSpPr>
          <p:nvPr>
            <p:ph type="title"/>
          </p:nvPr>
        </p:nvSpPr>
        <p:spPr bwMode="auto">
          <a:xfrm>
            <a:off x="508000" y="712800"/>
            <a:ext cx="11171238" cy="808025"/>
          </a:xfrm>
          <a:prstGeom prst="rect">
            <a:avLst/>
          </a:prstGeom>
          <a:noFill/>
          <a:ln w="9525" algn="ctr">
            <a:noFill/>
            <a:miter lim="800000"/>
            <a:headEnd/>
            <a:tailEnd/>
          </a:ln>
        </p:spPr>
        <p:txBody>
          <a:bodyPr vert="horz" wrap="square" lIns="0" tIns="0" rIns="0" bIns="0" numCol="1" anchor="t" anchorCtr="0" compatLnSpc="1">
            <a:prstTxWarp prst="textNoShape">
              <a:avLst/>
            </a:prstTxWarp>
          </a:bodyPr>
          <a:lstStyle>
            <a:lvl1pPr>
              <a:defRPr cap="none" baseline="0">
                <a:solidFill>
                  <a:schemeClr val="tx1"/>
                </a:solidFill>
                <a:latin typeface="+mj-lt"/>
              </a:defRPr>
            </a:lvl1pPr>
          </a:lstStyle>
          <a:p>
            <a:pPr lvl="0"/>
            <a:r>
              <a:rPr lang="en-GB" noProof="0"/>
              <a:t>Click to edit Master title style</a:t>
            </a:r>
            <a:endParaRPr lang="en-GB" noProof="0" dirty="0"/>
          </a:p>
        </p:txBody>
      </p:sp>
      <p:sp>
        <p:nvSpPr>
          <p:cNvPr id="10" name="Content Placeholder 9"/>
          <p:cNvSpPr>
            <a:spLocks noGrp="1"/>
          </p:cNvSpPr>
          <p:nvPr>
            <p:ph sz="quarter" idx="11"/>
          </p:nvPr>
        </p:nvSpPr>
        <p:spPr>
          <a:xfrm>
            <a:off x="765174" y="1665288"/>
            <a:ext cx="10914063" cy="4694236"/>
          </a:xfrm>
        </p:spPr>
        <p:txBody>
          <a:bodyPr/>
          <a:lstStyle>
            <a:lvl1pPr marL="0" indent="0" defTabSz="357708">
              <a:lnSpc>
                <a:spcPct val="140000"/>
              </a:lnSpc>
              <a:spcBef>
                <a:spcPts val="0"/>
              </a:spcBef>
              <a:defRPr sz="1800"/>
            </a:lvl1pPr>
            <a:lvl2pPr marL="230400" indent="-230400" defTabSz="357708">
              <a:lnSpc>
                <a:spcPct val="140000"/>
              </a:lnSpc>
              <a:spcBef>
                <a:spcPts val="0"/>
              </a:spcBef>
              <a:defRPr sz="1800"/>
            </a:lvl2pPr>
            <a:lvl3pPr marL="459000" indent="-228600" defTabSz="357708">
              <a:lnSpc>
                <a:spcPct val="140000"/>
              </a:lnSpc>
              <a:spcBef>
                <a:spcPts val="0"/>
              </a:spcBef>
              <a:buClr>
                <a:schemeClr val="accent2"/>
              </a:buClr>
              <a:buSzPct val="100000"/>
              <a:buFont typeface="Wingdings" panose="05000000000000000000" pitchFamily="2" charset="2"/>
              <a:buChar char=""/>
              <a:defRPr sz="1800"/>
            </a:lvl3pPr>
            <a:lvl4pPr marL="687600" indent="-228600" defTabSz="357708">
              <a:lnSpc>
                <a:spcPct val="140000"/>
              </a:lnSpc>
              <a:spcBef>
                <a:spcPts val="0"/>
              </a:spcBef>
              <a:buClr>
                <a:schemeClr val="tx1"/>
              </a:buClr>
              <a:buSzPct val="100000"/>
              <a:buFont typeface="Wingdings" panose="05000000000000000000" pitchFamily="2" charset="2"/>
              <a:buChar char=""/>
              <a:defRPr sz="1600"/>
            </a:lvl4pPr>
            <a:lvl5pPr marL="890800" indent="-203200" defTabSz="357708">
              <a:lnSpc>
                <a:spcPct val="140000"/>
              </a:lnSpc>
              <a:spcBef>
                <a:spcPts val="0"/>
              </a:spcBef>
              <a:buClr>
                <a:schemeClr val="tx1"/>
              </a:buClr>
              <a:buSzPct val="100000"/>
              <a:buFont typeface="Wingdings" panose="05000000000000000000" pitchFamily="2" charset="2"/>
              <a:buChar char=""/>
              <a:defRPr sz="1400"/>
            </a:lvl5pPr>
            <a:lvl6pPr marL="1043200" indent="-152400" defTabSz="357708">
              <a:lnSpc>
                <a:spcPct val="140000"/>
              </a:lnSpc>
              <a:buClr>
                <a:schemeClr val="tx1"/>
              </a:buClr>
              <a:buSzPct val="100000"/>
              <a:buFont typeface="Wingdings" panose="05000000000000000000" pitchFamily="2" charset="2"/>
              <a:buChar char=""/>
              <a:defRPr sz="120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15"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r>
              <a:rPr lang="en-GB" noProof="1"/>
              <a:t>October 2025</a:t>
            </a:r>
          </a:p>
        </p:txBody>
      </p:sp>
      <p:sp>
        <p:nvSpPr>
          <p:cNvPr id="13"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8"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tx1"/>
                </a:solidFill>
                <a:latin typeface="+mn-lt"/>
                <a:cs typeface="Arial" pitchFamily="34" charset="0"/>
              </a:defRPr>
            </a:lvl1pPr>
          </a:lstStyle>
          <a:p>
            <a:pPr>
              <a:defRPr/>
            </a:pPr>
            <a:r>
              <a:rPr lang="en-GB" noProof="1"/>
              <a:t> </a:t>
            </a:r>
          </a:p>
        </p:txBody>
      </p:sp>
      <p:sp>
        <p:nvSpPr>
          <p:cNvPr id="2" name="TextBox 1" descr="CONFIDENTIAL_TAG_0xFFEE">
            <a:extLst>
              <a:ext uri="{FF2B5EF4-FFF2-40B4-BE49-F238E27FC236}">
                <a16:creationId xmlns:a16="http://schemas.microsoft.com/office/drawing/2014/main" id="{226F5888-538A-C0F6-FDDD-78907709402E}"/>
              </a:ext>
            </a:extLst>
          </p:cNvPr>
          <p:cNvSpPr txBox="1"/>
          <p:nvPr userDrawn="1"/>
        </p:nvSpPr>
        <p:spPr>
          <a:xfrm>
            <a:off x="8457822" y="6481427"/>
            <a:ext cx="1079500" cy="169277"/>
          </a:xfrm>
          <a:prstGeom prst="rect">
            <a:avLst/>
          </a:prstGeom>
          <a:noFill/>
          <a:ln>
            <a:noFill/>
          </a:ln>
          <a:effectLst>
            <a:glow>
              <a:srgbClr val="000000"/>
            </a:glow>
          </a:effectLst>
        </p:spPr>
        <p:txBody>
          <a:bodyPr vert="horz" wrap="square" lIns="0" tIns="0" rIns="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chemeClr val="accent2"/>
                </a:solidFill>
                <a:effectLst/>
                <a:uLnTx/>
                <a:uFillTx/>
                <a:latin typeface="ShellMedium" panose="00000600000000000000" pitchFamily="50" charset="0"/>
                <a:ea typeface="+mn-ea"/>
                <a:cs typeface="+mn-cs"/>
              </a:rPr>
              <a:t>INTERNAL</a:t>
            </a:r>
            <a:endParaRPr kumimoji="0" lang="en-GB" sz="800" b="0" i="0" u="none" strike="noStrike" kern="1200" cap="none" spc="0" normalizeH="0" baseline="0" noProof="0" dirty="0">
              <a:ln>
                <a:noFill/>
              </a:ln>
              <a:solidFill>
                <a:schemeClr val="accent2"/>
              </a:solidFill>
              <a:effectLst/>
              <a:uLnTx/>
              <a:uFillTx/>
              <a:latin typeface="ShellMedium" panose="00000600000000000000" pitchFamily="50" charset="0"/>
              <a:ea typeface="+mn-ea"/>
              <a:cs typeface="+mn-cs"/>
            </a:endParaRPr>
          </a:p>
        </p:txBody>
      </p:sp>
    </p:spTree>
    <p:extLst>
      <p:ext uri="{BB962C8B-B14F-4D97-AF65-F5344CB8AC3E}">
        <p14:creationId xmlns:p14="http://schemas.microsoft.com/office/powerpoint/2010/main" val="1758761515"/>
      </p:ext>
    </p:extLst>
  </p:cSld>
  <p:clrMapOvr>
    <a:masterClrMapping/>
  </p:clrMapOvr>
  <p:transition/>
  <p:hf hdr="0"/>
  <p:extLst>
    <p:ext uri="{DCECCB84-F9BA-43D5-87BE-67443E8EF086}">
      <p15:sldGuideLst xmlns:p15="http://schemas.microsoft.com/office/powerpoint/2012/main">
        <p15:guide id="1" orient="horz" pos="2160">
          <p15:clr>
            <a:srgbClr val="FBAE40"/>
          </p15:clr>
        </p15:guide>
        <p15:guide id="2" orient="horz" pos="813">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 Full Screen Image">
    <p:spTree>
      <p:nvGrpSpPr>
        <p:cNvPr id="1" name=""/>
        <p:cNvGrpSpPr/>
        <p:nvPr/>
      </p:nvGrpSpPr>
      <p:grpSpPr>
        <a:xfrm>
          <a:off x="0" y="0"/>
          <a:ext cx="0" cy="0"/>
          <a:chOff x="0" y="0"/>
          <a:chExt cx="0" cy="0"/>
        </a:xfrm>
      </p:grpSpPr>
      <p:sp>
        <p:nvSpPr>
          <p:cNvPr id="11" name="Picture Placeholder 2" descr="&lt;ignore&gt;"/>
          <p:cNvSpPr>
            <a:spLocks noGrp="1"/>
          </p:cNvSpPr>
          <p:nvPr>
            <p:ph type="pic" sz="quarter" idx="12"/>
          </p:nvPr>
        </p:nvSpPr>
        <p:spPr bwMode="auto">
          <a:xfrm>
            <a:off x="-2381" y="0"/>
            <a:ext cx="12194382" cy="6858000"/>
          </a:xfrm>
          <a:prstGeom prst="rect">
            <a:avLst/>
          </a:prstGeom>
          <a:noFill/>
          <a:ln w="3175" algn="ctr">
            <a:noFill/>
            <a:miter lim="800000"/>
            <a:headEnd/>
            <a:tailEnd/>
          </a:ln>
        </p:spPr>
        <p:txBody>
          <a:bodyPr/>
          <a:lstStyle>
            <a:lvl1pPr>
              <a:defRPr sz="2133"/>
            </a:lvl1pPr>
          </a:lstStyle>
          <a:p>
            <a:r>
              <a:rPr lang="en-GB"/>
              <a:t>Click icon to add picture</a:t>
            </a:r>
            <a:endParaRPr lang="en-GB" dirty="0"/>
          </a:p>
        </p:txBody>
      </p:sp>
      <p:sp>
        <p:nvSpPr>
          <p:cNvPr id="34" name="Rectangle 2"/>
          <p:cNvSpPr>
            <a:spLocks noGrp="1" noChangeArrowheads="1"/>
          </p:cNvSpPr>
          <p:nvPr>
            <p:ph type="title"/>
          </p:nvPr>
        </p:nvSpPr>
        <p:spPr bwMode="auto">
          <a:xfrm>
            <a:off x="508000" y="712800"/>
            <a:ext cx="11171238" cy="808025"/>
          </a:xfrm>
          <a:prstGeom prst="rect">
            <a:avLst/>
          </a:prstGeom>
          <a:noFill/>
          <a:ln w="9525" algn="ctr">
            <a:noFill/>
            <a:miter lim="800000"/>
            <a:headEnd/>
            <a:tailEnd/>
          </a:ln>
        </p:spPr>
        <p:txBody>
          <a:bodyPr vert="horz" wrap="square" lIns="0" tIns="0" rIns="0" bIns="0" numCol="1" anchor="t" anchorCtr="0" compatLnSpc="1">
            <a:prstTxWarp prst="textNoShape">
              <a:avLst/>
            </a:prstTxWarp>
          </a:bodyPr>
          <a:lstStyle>
            <a:lvl1pPr>
              <a:defRPr cap="none" baseline="0">
                <a:solidFill>
                  <a:schemeClr val="tx1"/>
                </a:solidFill>
                <a:latin typeface="+mj-lt"/>
              </a:defRPr>
            </a:lvl1pPr>
          </a:lstStyle>
          <a:p>
            <a:pPr lvl="0"/>
            <a:r>
              <a:rPr lang="en-GB" noProof="0"/>
              <a:t>Click to edit Master title style</a:t>
            </a:r>
            <a:endParaRPr lang="en-GB" noProof="0" dirty="0"/>
          </a:p>
        </p:txBody>
      </p:sp>
      <p:sp>
        <p:nvSpPr>
          <p:cNvPr id="10" name="Content Placeholder 9"/>
          <p:cNvSpPr>
            <a:spLocks noGrp="1"/>
          </p:cNvSpPr>
          <p:nvPr>
            <p:ph sz="quarter" idx="11"/>
          </p:nvPr>
        </p:nvSpPr>
        <p:spPr>
          <a:xfrm>
            <a:off x="765174" y="1665288"/>
            <a:ext cx="5211763" cy="4694236"/>
          </a:xfrm>
        </p:spPr>
        <p:txBody>
          <a:bodyPr/>
          <a:lstStyle>
            <a:lvl1pPr marL="0" indent="0" defTabSz="357708">
              <a:lnSpc>
                <a:spcPct val="140000"/>
              </a:lnSpc>
              <a:spcBef>
                <a:spcPts val="0"/>
              </a:spcBef>
              <a:defRPr sz="1800"/>
            </a:lvl1pPr>
            <a:lvl2pPr marL="230400" indent="-230400" defTabSz="357708">
              <a:lnSpc>
                <a:spcPct val="140000"/>
              </a:lnSpc>
              <a:spcBef>
                <a:spcPts val="0"/>
              </a:spcBef>
              <a:defRPr sz="1800"/>
            </a:lvl2pPr>
            <a:lvl3pPr marL="459000" indent="-228600" defTabSz="357708">
              <a:lnSpc>
                <a:spcPct val="140000"/>
              </a:lnSpc>
              <a:spcBef>
                <a:spcPts val="0"/>
              </a:spcBef>
              <a:buClr>
                <a:schemeClr val="accent2"/>
              </a:buClr>
              <a:buSzPct val="100000"/>
              <a:buFont typeface="Wingdings" panose="05000000000000000000" pitchFamily="2" charset="2"/>
              <a:buChar char=""/>
              <a:defRPr sz="1800"/>
            </a:lvl3pPr>
            <a:lvl4pPr marL="687600" indent="-228600" defTabSz="357708">
              <a:lnSpc>
                <a:spcPct val="140000"/>
              </a:lnSpc>
              <a:spcBef>
                <a:spcPts val="0"/>
              </a:spcBef>
              <a:buClr>
                <a:schemeClr val="tx1"/>
              </a:buClr>
              <a:buSzPct val="100000"/>
              <a:buFont typeface="Wingdings" panose="05000000000000000000" pitchFamily="2" charset="2"/>
              <a:buChar char=""/>
              <a:defRPr sz="1600"/>
            </a:lvl4pPr>
            <a:lvl5pPr marL="890800" indent="-203200" defTabSz="357708">
              <a:lnSpc>
                <a:spcPct val="140000"/>
              </a:lnSpc>
              <a:spcBef>
                <a:spcPts val="0"/>
              </a:spcBef>
              <a:buClr>
                <a:schemeClr val="tx1"/>
              </a:buClr>
              <a:buSzPct val="100000"/>
              <a:buFont typeface="Wingdings" panose="05000000000000000000" pitchFamily="2" charset="2"/>
              <a:buChar char=""/>
              <a:defRPr sz="1400"/>
            </a:lvl5pPr>
            <a:lvl6pPr marL="1043200" indent="-152400" defTabSz="357708">
              <a:lnSpc>
                <a:spcPct val="140000"/>
              </a:lnSpc>
              <a:buClr>
                <a:schemeClr val="tx1"/>
              </a:buClr>
              <a:buSzPct val="100000"/>
              <a:buFont typeface="Wingdings" panose="05000000000000000000" pitchFamily="2" charset="2"/>
              <a:buChar char=""/>
              <a:defRPr sz="120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15"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r>
              <a:rPr lang="en-GB" noProof="1"/>
              <a:t>October 2025</a:t>
            </a:r>
          </a:p>
        </p:txBody>
      </p:sp>
      <p:sp>
        <p:nvSpPr>
          <p:cNvPr id="13"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8"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tx1"/>
                </a:solidFill>
                <a:latin typeface="+mn-lt"/>
                <a:cs typeface="Arial" pitchFamily="34" charset="0"/>
              </a:defRPr>
            </a:lvl1pPr>
          </a:lstStyle>
          <a:p>
            <a:pPr>
              <a:defRPr/>
            </a:pPr>
            <a:r>
              <a:rPr lang="en-GB" noProof="1"/>
              <a:t> </a:t>
            </a:r>
          </a:p>
        </p:txBody>
      </p:sp>
      <p:sp>
        <p:nvSpPr>
          <p:cNvPr id="2" name="TextBox 1" descr="CONFIDENTIAL_TAG_0xFFEE">
            <a:extLst>
              <a:ext uri="{FF2B5EF4-FFF2-40B4-BE49-F238E27FC236}">
                <a16:creationId xmlns:a16="http://schemas.microsoft.com/office/drawing/2014/main" id="{E80C3FE5-D0AD-2BEE-9CF8-168F9356BA58}"/>
              </a:ext>
            </a:extLst>
          </p:cNvPr>
          <p:cNvSpPr txBox="1"/>
          <p:nvPr userDrawn="1"/>
        </p:nvSpPr>
        <p:spPr>
          <a:xfrm>
            <a:off x="8457822" y="6481427"/>
            <a:ext cx="1079500" cy="169277"/>
          </a:xfrm>
          <a:prstGeom prst="rect">
            <a:avLst/>
          </a:prstGeom>
          <a:noFill/>
          <a:ln>
            <a:noFill/>
          </a:ln>
          <a:effectLst>
            <a:glow>
              <a:srgbClr val="000000"/>
            </a:glow>
          </a:effectLst>
        </p:spPr>
        <p:txBody>
          <a:bodyPr vert="horz" wrap="square" lIns="0" tIns="0" rIns="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chemeClr val="accent2"/>
                </a:solidFill>
                <a:effectLst/>
                <a:uLnTx/>
                <a:uFillTx/>
                <a:latin typeface="ShellMedium" panose="00000600000000000000" pitchFamily="50" charset="0"/>
                <a:ea typeface="+mn-ea"/>
                <a:cs typeface="+mn-cs"/>
              </a:rPr>
              <a:t>INTERNAL</a:t>
            </a:r>
            <a:endParaRPr kumimoji="0" lang="en-GB" sz="800" b="0" i="0" u="none" strike="noStrike" kern="1200" cap="none" spc="0" normalizeH="0" baseline="0" noProof="0" dirty="0">
              <a:ln>
                <a:noFill/>
              </a:ln>
              <a:solidFill>
                <a:schemeClr val="accent2"/>
              </a:solidFill>
              <a:effectLst/>
              <a:uLnTx/>
              <a:uFillTx/>
              <a:latin typeface="ShellMedium" panose="00000600000000000000" pitchFamily="50" charset="0"/>
              <a:ea typeface="+mn-ea"/>
              <a:cs typeface="+mn-cs"/>
            </a:endParaRPr>
          </a:p>
        </p:txBody>
      </p:sp>
    </p:spTree>
    <p:extLst>
      <p:ext uri="{BB962C8B-B14F-4D97-AF65-F5344CB8AC3E}">
        <p14:creationId xmlns:p14="http://schemas.microsoft.com/office/powerpoint/2010/main" val="194005781"/>
      </p:ext>
    </p:extLst>
  </p:cSld>
  <p:clrMapOvr>
    <a:masterClrMapping/>
  </p:clrMapOvr>
  <p:transition/>
  <p:hf hdr="0"/>
  <p:extLst>
    <p:ext uri="{DCECCB84-F9BA-43D5-87BE-67443E8EF086}">
      <p15:sldGuideLst xmlns:p15="http://schemas.microsoft.com/office/powerpoint/2012/main">
        <p15:guide id="1" orient="horz" pos="2160">
          <p15:clr>
            <a:srgbClr val="FBAE40"/>
          </p15:clr>
        </p15:guide>
        <p15:guide id="2" orient="horz" pos="813">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 High Content">
    <p:spTree>
      <p:nvGrpSpPr>
        <p:cNvPr id="1" name=""/>
        <p:cNvGrpSpPr/>
        <p:nvPr/>
      </p:nvGrpSpPr>
      <p:grpSpPr>
        <a:xfrm>
          <a:off x="0" y="0"/>
          <a:ext cx="0" cy="0"/>
          <a:chOff x="0" y="0"/>
          <a:chExt cx="0" cy="0"/>
        </a:xfrm>
      </p:grpSpPr>
      <p:sp>
        <p:nvSpPr>
          <p:cNvPr id="34" name="Rectangle 2"/>
          <p:cNvSpPr>
            <a:spLocks noGrp="1" noChangeArrowheads="1"/>
          </p:cNvSpPr>
          <p:nvPr>
            <p:ph type="title"/>
          </p:nvPr>
        </p:nvSpPr>
        <p:spPr bwMode="auto">
          <a:xfrm>
            <a:off x="508000" y="712799"/>
            <a:ext cx="11171238" cy="808025"/>
          </a:xfrm>
          <a:prstGeom prst="rect">
            <a:avLst/>
          </a:prstGeom>
          <a:noFill/>
          <a:ln w="9525" algn="ctr">
            <a:noFill/>
            <a:miter lim="800000"/>
            <a:headEnd/>
            <a:tailEnd/>
          </a:ln>
        </p:spPr>
        <p:txBody>
          <a:bodyPr vert="horz" wrap="square" lIns="0" tIns="0" rIns="0" bIns="0" numCol="1" anchor="t" anchorCtr="0" compatLnSpc="1">
            <a:prstTxWarp prst="textNoShape">
              <a:avLst/>
            </a:prstTxWarp>
          </a:bodyPr>
          <a:lstStyle>
            <a:lvl1pPr>
              <a:defRPr lang="en-GB" sz="2400" b="0" kern="1200" cap="none" baseline="0" noProof="0" dirty="0" smtClean="0">
                <a:solidFill>
                  <a:schemeClr val="tx1"/>
                </a:solidFill>
                <a:latin typeface="+mj-lt"/>
                <a:ea typeface="+mj-ea"/>
                <a:cs typeface="+mj-cs"/>
              </a:defRPr>
            </a:lvl1pPr>
          </a:lstStyle>
          <a:p>
            <a:pPr lvl="0"/>
            <a:r>
              <a:rPr lang="en-GB" noProof="0"/>
              <a:t>Click to edit Master title style</a:t>
            </a:r>
            <a:endParaRPr lang="en-GB" noProof="0" dirty="0"/>
          </a:p>
        </p:txBody>
      </p:sp>
      <p:sp>
        <p:nvSpPr>
          <p:cNvPr id="11" name="Content Placeholder 9"/>
          <p:cNvSpPr>
            <a:spLocks noGrp="1"/>
          </p:cNvSpPr>
          <p:nvPr>
            <p:ph sz="quarter" idx="11"/>
          </p:nvPr>
        </p:nvSpPr>
        <p:spPr>
          <a:xfrm>
            <a:off x="765174" y="1686556"/>
            <a:ext cx="10914063" cy="4672967"/>
          </a:xfrm>
        </p:spPr>
        <p:txBody>
          <a:bodyPr/>
          <a:lstStyle>
            <a:lvl1pPr marL="0" indent="0" defTabSz="357708">
              <a:lnSpc>
                <a:spcPct val="140000"/>
              </a:lnSpc>
              <a:spcBef>
                <a:spcPts val="0"/>
              </a:spcBef>
              <a:defRPr sz="1400"/>
            </a:lvl1pPr>
            <a:lvl2pPr marL="176400" indent="-176400" defTabSz="357708">
              <a:lnSpc>
                <a:spcPct val="140000"/>
              </a:lnSpc>
              <a:spcBef>
                <a:spcPts val="0"/>
              </a:spcBef>
              <a:defRPr sz="1400"/>
            </a:lvl2pPr>
            <a:lvl3pPr marL="354200" indent="-177800" defTabSz="357708">
              <a:lnSpc>
                <a:spcPct val="140000"/>
              </a:lnSpc>
              <a:spcBef>
                <a:spcPts val="0"/>
              </a:spcBef>
              <a:buClr>
                <a:schemeClr val="accent2"/>
              </a:buClr>
              <a:buSzPct val="100000"/>
              <a:buFont typeface="Wingdings" panose="05000000000000000000" pitchFamily="2" charset="2"/>
              <a:buChar char=""/>
              <a:defRPr sz="1400"/>
            </a:lvl3pPr>
            <a:lvl4pPr marL="532000" indent="-177800" defTabSz="357708">
              <a:lnSpc>
                <a:spcPct val="140000"/>
              </a:lnSpc>
              <a:spcBef>
                <a:spcPts val="0"/>
              </a:spcBef>
              <a:buClr>
                <a:schemeClr val="tx1"/>
              </a:buClr>
              <a:buSzPct val="100000"/>
              <a:buFont typeface="Wingdings" panose="05000000000000000000" pitchFamily="2" charset="2"/>
              <a:buChar char=""/>
              <a:defRPr sz="1200"/>
            </a:lvl4pPr>
            <a:lvl5pPr marL="684400" indent="-152400" defTabSz="357708">
              <a:lnSpc>
                <a:spcPct val="140000"/>
              </a:lnSpc>
              <a:spcBef>
                <a:spcPts val="0"/>
              </a:spcBef>
              <a:buClr>
                <a:schemeClr val="tx1"/>
              </a:buClr>
              <a:buSzPct val="100000"/>
              <a:buFont typeface="Wingdings" panose="05000000000000000000" pitchFamily="2" charset="2"/>
              <a:buChar char=""/>
              <a:tabLst/>
              <a:defRPr sz="1100"/>
            </a:lvl5pPr>
            <a:lvl6pPr marL="824100" indent="-139700" defTabSz="357708">
              <a:lnSpc>
                <a:spcPct val="140000"/>
              </a:lnSpc>
              <a:buClr>
                <a:schemeClr val="tx1"/>
              </a:buClr>
              <a:buSzPct val="100000"/>
              <a:buFont typeface="Wingdings" panose="05000000000000000000" pitchFamily="2" charset="2"/>
              <a:buChar char=""/>
              <a:defRPr sz="100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14"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r>
              <a:rPr lang="en-GB" noProof="1"/>
              <a:t>October 2025</a:t>
            </a:r>
          </a:p>
        </p:txBody>
      </p:sp>
      <p:sp>
        <p:nvSpPr>
          <p:cNvPr id="16"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17"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tx1"/>
                </a:solidFill>
                <a:latin typeface="+mn-lt"/>
                <a:cs typeface="Arial" pitchFamily="34" charset="0"/>
              </a:defRPr>
            </a:lvl1pPr>
          </a:lstStyle>
          <a:p>
            <a:pPr>
              <a:defRPr/>
            </a:pPr>
            <a:r>
              <a:rPr lang="en-GB" noProof="1"/>
              <a:t> </a:t>
            </a:r>
          </a:p>
        </p:txBody>
      </p:sp>
      <p:sp>
        <p:nvSpPr>
          <p:cNvPr id="2" name="TextBox 1" descr="CONFIDENTIAL_TAG_0xFFEE">
            <a:extLst>
              <a:ext uri="{FF2B5EF4-FFF2-40B4-BE49-F238E27FC236}">
                <a16:creationId xmlns:a16="http://schemas.microsoft.com/office/drawing/2014/main" id="{6FEADD91-2F64-A929-165C-F024310EB47F}"/>
              </a:ext>
            </a:extLst>
          </p:cNvPr>
          <p:cNvSpPr txBox="1"/>
          <p:nvPr userDrawn="1"/>
        </p:nvSpPr>
        <p:spPr>
          <a:xfrm>
            <a:off x="8457822" y="6481427"/>
            <a:ext cx="1079500" cy="169277"/>
          </a:xfrm>
          <a:prstGeom prst="rect">
            <a:avLst/>
          </a:prstGeom>
          <a:noFill/>
          <a:ln>
            <a:noFill/>
          </a:ln>
          <a:effectLst>
            <a:glow>
              <a:srgbClr val="000000"/>
            </a:glow>
          </a:effectLst>
        </p:spPr>
        <p:txBody>
          <a:bodyPr vert="horz" wrap="square" lIns="0" tIns="0" rIns="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chemeClr val="accent2"/>
                </a:solidFill>
                <a:effectLst/>
                <a:uLnTx/>
                <a:uFillTx/>
                <a:latin typeface="ShellMedium" panose="00000600000000000000" pitchFamily="50" charset="0"/>
                <a:ea typeface="+mn-ea"/>
                <a:cs typeface="+mn-cs"/>
              </a:rPr>
              <a:t>INTERNAL</a:t>
            </a:r>
            <a:endParaRPr kumimoji="0" lang="en-GB" sz="800" b="0" i="0" u="none" strike="noStrike" kern="1200" cap="none" spc="0" normalizeH="0" baseline="0" noProof="0" dirty="0">
              <a:ln>
                <a:noFill/>
              </a:ln>
              <a:solidFill>
                <a:schemeClr val="accent2"/>
              </a:solidFill>
              <a:effectLst/>
              <a:uLnTx/>
              <a:uFillTx/>
              <a:latin typeface="ShellMedium" panose="00000600000000000000" pitchFamily="50" charset="0"/>
              <a:ea typeface="+mn-ea"/>
              <a:cs typeface="+mn-cs"/>
            </a:endParaRPr>
          </a:p>
        </p:txBody>
      </p:sp>
    </p:spTree>
  </p:cSld>
  <p:clrMapOvr>
    <a:masterClrMapping/>
  </p:clrMapOvr>
  <p:transition/>
  <p:hf hd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l="1827" t="31706" r="31262" b="6682"/>
          <a:stretch/>
        </p:blipFill>
        <p:spPr>
          <a:xfrm>
            <a:off x="9355015" y="0"/>
            <a:ext cx="2831124" cy="2606898"/>
          </a:xfrm>
          <a:prstGeom prst="rect">
            <a:avLst/>
          </a:prstGeom>
        </p:spPr>
      </p:pic>
      <p:sp>
        <p:nvSpPr>
          <p:cNvPr id="34" name="Rectangle 2"/>
          <p:cNvSpPr>
            <a:spLocks noGrp="1" noChangeArrowheads="1"/>
          </p:cNvSpPr>
          <p:nvPr>
            <p:ph type="title"/>
          </p:nvPr>
        </p:nvSpPr>
        <p:spPr bwMode="auto">
          <a:xfrm>
            <a:off x="508000" y="712800"/>
            <a:ext cx="11171238" cy="808025"/>
          </a:xfrm>
          <a:prstGeom prst="rect">
            <a:avLst/>
          </a:prstGeom>
          <a:noFill/>
          <a:ln w="9525" algn="ctr">
            <a:noFill/>
            <a:miter lim="800000"/>
            <a:headEnd/>
            <a:tailEnd/>
          </a:ln>
        </p:spPr>
        <p:txBody>
          <a:bodyPr vert="horz" wrap="square" lIns="0" tIns="0" rIns="0" bIns="0" numCol="1" anchor="t" anchorCtr="0" compatLnSpc="1">
            <a:prstTxWarp prst="textNoShape">
              <a:avLst/>
            </a:prstTxWarp>
          </a:bodyPr>
          <a:lstStyle>
            <a:lvl1pPr>
              <a:defRPr lang="en-US" sz="2400" b="0" kern="1200" cap="none" baseline="0" noProof="0" dirty="0" smtClean="0">
                <a:solidFill>
                  <a:schemeClr val="tx1"/>
                </a:solidFill>
                <a:latin typeface="+mj-lt"/>
                <a:ea typeface="+mj-ea"/>
                <a:cs typeface="+mj-cs"/>
              </a:defRPr>
            </a:lvl1pPr>
          </a:lstStyle>
          <a:p>
            <a:pPr lvl="0"/>
            <a:r>
              <a:rPr lang="en-GB"/>
              <a:t>Click to edit Master title style</a:t>
            </a:r>
            <a:endParaRPr lang="en-GB" dirty="0"/>
          </a:p>
        </p:txBody>
      </p:sp>
      <p:sp>
        <p:nvSpPr>
          <p:cNvPr id="10" name="Content Placeholder 14"/>
          <p:cNvSpPr>
            <a:spLocks noGrp="1"/>
          </p:cNvSpPr>
          <p:nvPr>
            <p:ph sz="quarter" idx="13"/>
          </p:nvPr>
        </p:nvSpPr>
        <p:spPr>
          <a:xfrm>
            <a:off x="6472014" y="1666800"/>
            <a:ext cx="5207223" cy="4694237"/>
          </a:xfrm>
        </p:spPr>
        <p:txBody>
          <a:bodyPr/>
          <a:lstStyle>
            <a:lvl1pPr marL="0" indent="0">
              <a:spcAft>
                <a:spcPts val="0"/>
              </a:spcAft>
              <a:buClr>
                <a:schemeClr val="accent2"/>
              </a:buClr>
              <a:buSzPct val="85000"/>
              <a:buFont typeface="Wingdings" pitchFamily="2" charset="2"/>
              <a:buNone/>
              <a:defRPr sz="1800"/>
            </a:lvl1pPr>
            <a:lvl2pPr marL="230400" indent="-230400">
              <a:spcAft>
                <a:spcPts val="0"/>
              </a:spcAft>
              <a:buClr>
                <a:schemeClr val="accent2"/>
              </a:buClr>
              <a:buSzPct val="75000"/>
              <a:buFont typeface="Wingdings" panose="05000000000000000000" pitchFamily="2" charset="2"/>
              <a:buChar char="¢"/>
              <a:defRPr sz="1800"/>
            </a:lvl2pPr>
            <a:lvl3pPr marL="459000" indent="-228600">
              <a:spcBef>
                <a:spcPts val="0"/>
              </a:spcBef>
              <a:spcAft>
                <a:spcPts val="0"/>
              </a:spcAft>
              <a:buClr>
                <a:schemeClr val="accent2"/>
              </a:buClr>
              <a:buFont typeface="Wingdings" panose="05000000000000000000" pitchFamily="2" charset="2"/>
              <a:buChar char=""/>
              <a:defRPr sz="1800"/>
            </a:lvl3pPr>
            <a:lvl4pPr marL="687600" indent="-228600">
              <a:spcBef>
                <a:spcPts val="0"/>
              </a:spcBef>
              <a:spcAft>
                <a:spcPts val="0"/>
              </a:spcAft>
              <a:buClr>
                <a:schemeClr val="tx1"/>
              </a:buClr>
              <a:buFont typeface="Wingdings" panose="05000000000000000000" pitchFamily="2" charset="2"/>
              <a:buChar char=""/>
              <a:defRPr sz="1800"/>
            </a:lvl4pPr>
            <a:lvl5pPr marL="890800" indent="-203200">
              <a:spcBef>
                <a:spcPts val="0"/>
              </a:spcBef>
              <a:spcAft>
                <a:spcPts val="0"/>
              </a:spcAft>
              <a:buClr>
                <a:schemeClr val="tx1"/>
              </a:buClr>
              <a:buFont typeface="Wingdings" panose="05000000000000000000" pitchFamily="2" charset="2"/>
              <a:buChar char=""/>
              <a:defRPr sz="1600"/>
            </a:lvl5pPr>
            <a:lvl6pPr marL="1043200" indent="-152400">
              <a:spcBef>
                <a:spcPts val="0"/>
              </a:spcBef>
              <a:spcAft>
                <a:spcPts val="0"/>
              </a:spcAft>
              <a:buClr>
                <a:schemeClr val="tx1"/>
              </a:buClr>
              <a:buFont typeface="Wingdings" panose="05000000000000000000" pitchFamily="2" charset="2"/>
              <a:buChar char=""/>
              <a:defRPr sz="120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12" name="Text Placeholder 43"/>
          <p:cNvSpPr>
            <a:spLocks noGrp="1"/>
          </p:cNvSpPr>
          <p:nvPr>
            <p:ph type="body" sz="quarter" idx="11"/>
          </p:nvPr>
        </p:nvSpPr>
        <p:spPr>
          <a:xfrm>
            <a:off x="765174" y="1666800"/>
            <a:ext cx="5211763" cy="4694239"/>
          </a:xfrm>
        </p:spPr>
        <p:txBody>
          <a:bodyPr/>
          <a:lstStyle>
            <a:lvl1pPr marL="0" indent="0">
              <a:spcAft>
                <a:spcPts val="0"/>
              </a:spcAft>
              <a:buClr>
                <a:schemeClr val="accent2"/>
              </a:buClr>
              <a:buSzPct val="85000"/>
              <a:buFont typeface="Wingdings" pitchFamily="2" charset="2"/>
              <a:buNone/>
              <a:defRPr sz="1800"/>
            </a:lvl1pPr>
            <a:lvl2pPr marL="230400" indent="-230400">
              <a:spcAft>
                <a:spcPts val="0"/>
              </a:spcAft>
              <a:buClr>
                <a:schemeClr val="accent2"/>
              </a:buClr>
              <a:buSzPct val="75000"/>
              <a:buFont typeface="Wingdings" panose="05000000000000000000" pitchFamily="2" charset="2"/>
              <a:buChar char=""/>
              <a:defRPr sz="1800"/>
            </a:lvl2pPr>
            <a:lvl3pPr marL="459000" indent="-228600">
              <a:spcAft>
                <a:spcPts val="0"/>
              </a:spcAft>
              <a:buClr>
                <a:schemeClr val="accent2"/>
              </a:buClr>
              <a:buFont typeface="Wingdings" panose="05000000000000000000" pitchFamily="2" charset="2"/>
              <a:buChar char=""/>
              <a:defRPr sz="1800"/>
            </a:lvl3pPr>
            <a:lvl4pPr marL="687600" indent="-228600">
              <a:spcBef>
                <a:spcPts val="0"/>
              </a:spcBef>
              <a:spcAft>
                <a:spcPts val="0"/>
              </a:spcAft>
              <a:buClr>
                <a:schemeClr val="tx1"/>
              </a:buClr>
              <a:buFont typeface="Wingdings" panose="05000000000000000000" pitchFamily="2" charset="2"/>
              <a:buChar char=""/>
              <a:defRPr sz="1800"/>
            </a:lvl4pPr>
            <a:lvl5pPr marL="890800" indent="-203200">
              <a:spcBef>
                <a:spcPts val="0"/>
              </a:spcBef>
              <a:spcAft>
                <a:spcPts val="0"/>
              </a:spcAft>
              <a:buClr>
                <a:schemeClr val="tx1"/>
              </a:buClr>
              <a:buFont typeface="Wingdings" panose="05000000000000000000" pitchFamily="2" charset="2"/>
              <a:buChar char=""/>
              <a:defRPr sz="1600"/>
            </a:lvl5pPr>
            <a:lvl6pPr marL="1043200" indent="-152400">
              <a:spcBef>
                <a:spcPts val="0"/>
              </a:spcBef>
              <a:spcAft>
                <a:spcPts val="0"/>
              </a:spcAft>
              <a:buClr>
                <a:schemeClr val="tx1"/>
              </a:buClr>
              <a:buFont typeface="Wingdings" panose="05000000000000000000" pitchFamily="2" charset="2"/>
              <a:buChar char=""/>
              <a:defRPr sz="120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16"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r>
              <a:rPr lang="en-GB" noProof="1"/>
              <a:t>October 2025</a:t>
            </a:r>
          </a:p>
        </p:txBody>
      </p:sp>
      <p:sp>
        <p:nvSpPr>
          <p:cNvPr id="18"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20"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tx1"/>
                </a:solidFill>
                <a:latin typeface="+mn-lt"/>
                <a:cs typeface="Arial" pitchFamily="34" charset="0"/>
              </a:defRPr>
            </a:lvl1pPr>
          </a:lstStyle>
          <a:p>
            <a:pPr>
              <a:defRPr/>
            </a:pPr>
            <a:r>
              <a:rPr lang="en-GB" noProof="1"/>
              <a:t> </a:t>
            </a:r>
          </a:p>
        </p:txBody>
      </p:sp>
      <p:sp>
        <p:nvSpPr>
          <p:cNvPr id="2" name="TextBox 1" descr="CONFIDENTIAL_TAG_0xFFEE">
            <a:extLst>
              <a:ext uri="{FF2B5EF4-FFF2-40B4-BE49-F238E27FC236}">
                <a16:creationId xmlns:a16="http://schemas.microsoft.com/office/drawing/2014/main" id="{513FC73E-D5CB-6EC4-0BEE-E5638C067D32}"/>
              </a:ext>
            </a:extLst>
          </p:cNvPr>
          <p:cNvSpPr txBox="1"/>
          <p:nvPr userDrawn="1"/>
        </p:nvSpPr>
        <p:spPr>
          <a:xfrm>
            <a:off x="8457822" y="6481427"/>
            <a:ext cx="1079500" cy="169277"/>
          </a:xfrm>
          <a:prstGeom prst="rect">
            <a:avLst/>
          </a:prstGeom>
          <a:noFill/>
          <a:ln>
            <a:noFill/>
          </a:ln>
          <a:effectLst>
            <a:glow>
              <a:srgbClr val="000000"/>
            </a:glow>
          </a:effectLst>
        </p:spPr>
        <p:txBody>
          <a:bodyPr vert="horz" wrap="square" lIns="0" tIns="0" rIns="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chemeClr val="accent2"/>
                </a:solidFill>
                <a:effectLst/>
                <a:uLnTx/>
                <a:uFillTx/>
                <a:latin typeface="ShellMedium" panose="00000600000000000000" pitchFamily="50" charset="0"/>
                <a:ea typeface="+mn-ea"/>
                <a:cs typeface="+mn-cs"/>
              </a:rPr>
              <a:t>INTERNAL</a:t>
            </a:r>
            <a:endParaRPr kumimoji="0" lang="en-GB" sz="800" b="0" i="0" u="none" strike="noStrike" kern="1200" cap="none" spc="0" normalizeH="0" baseline="0" noProof="0" dirty="0">
              <a:ln>
                <a:noFill/>
              </a:ln>
              <a:solidFill>
                <a:schemeClr val="accent2"/>
              </a:solidFill>
              <a:effectLst/>
              <a:uLnTx/>
              <a:uFillTx/>
              <a:latin typeface="ShellMedium" panose="00000600000000000000" pitchFamily="50" charset="0"/>
              <a:ea typeface="+mn-ea"/>
              <a:cs typeface="+mn-cs"/>
            </a:endParaRPr>
          </a:p>
        </p:txBody>
      </p:sp>
    </p:spTree>
  </p:cSld>
  <p:clrMapOvr>
    <a:masterClrMapping/>
  </p:clrMapOvr>
  <p:transition/>
  <p:hf hdr="0"/>
  <p:extLst>
    <p:ext uri="{DCECCB84-F9BA-43D5-87BE-67443E8EF086}">
      <p15:sldGuideLst xmlns:p15="http://schemas.microsoft.com/office/powerpoint/2012/main">
        <p15:guide id="1" pos="3840" userDrawn="1">
          <p15:clr>
            <a:srgbClr val="FBAE40"/>
          </p15:clr>
        </p15:guide>
        <p15:guide id="2" pos="3765" userDrawn="1">
          <p15:clr>
            <a:srgbClr val="FBAE40"/>
          </p15:clr>
        </p15:guide>
        <p15:guide id="3" pos="3915"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 High Content">
    <p:spTree>
      <p:nvGrpSpPr>
        <p:cNvPr id="1" name=""/>
        <p:cNvGrpSpPr/>
        <p:nvPr/>
      </p:nvGrpSpPr>
      <p:grpSpPr>
        <a:xfrm>
          <a:off x="0" y="0"/>
          <a:ext cx="0" cy="0"/>
          <a:chOff x="0" y="0"/>
          <a:chExt cx="0" cy="0"/>
        </a:xfrm>
      </p:grpSpPr>
      <p:sp>
        <p:nvSpPr>
          <p:cNvPr id="34" name="Rectangle 2"/>
          <p:cNvSpPr>
            <a:spLocks noGrp="1" noChangeArrowheads="1"/>
          </p:cNvSpPr>
          <p:nvPr>
            <p:ph type="title"/>
          </p:nvPr>
        </p:nvSpPr>
        <p:spPr bwMode="auto">
          <a:xfrm>
            <a:off x="508000" y="712800"/>
            <a:ext cx="11171238" cy="808025"/>
          </a:xfrm>
          <a:prstGeom prst="rect">
            <a:avLst/>
          </a:prstGeom>
          <a:noFill/>
          <a:ln w="9525" algn="ctr">
            <a:noFill/>
            <a:miter lim="800000"/>
            <a:headEnd/>
            <a:tailEnd/>
          </a:ln>
        </p:spPr>
        <p:txBody>
          <a:bodyPr vert="horz" wrap="square" lIns="0" tIns="0" rIns="0" bIns="0" numCol="1" anchor="t" anchorCtr="0" compatLnSpc="1">
            <a:prstTxWarp prst="textNoShape">
              <a:avLst/>
            </a:prstTxWarp>
          </a:bodyPr>
          <a:lstStyle>
            <a:lvl1pPr>
              <a:defRPr lang="en-GB" sz="2400" dirty="0" smtClean="0">
                <a:latin typeface="+mj-lt"/>
              </a:defRPr>
            </a:lvl1pPr>
          </a:lstStyle>
          <a:p>
            <a:pPr lvl="0"/>
            <a:r>
              <a:rPr lang="en-GB"/>
              <a:t>Click to edit Master title style</a:t>
            </a:r>
            <a:endParaRPr lang="en-GB" dirty="0"/>
          </a:p>
        </p:txBody>
      </p:sp>
      <p:sp>
        <p:nvSpPr>
          <p:cNvPr id="10" name="Content Placeholder 14"/>
          <p:cNvSpPr>
            <a:spLocks noGrp="1"/>
          </p:cNvSpPr>
          <p:nvPr>
            <p:ph sz="quarter" idx="13"/>
          </p:nvPr>
        </p:nvSpPr>
        <p:spPr>
          <a:xfrm>
            <a:off x="6472014" y="1688400"/>
            <a:ext cx="5207224" cy="4672970"/>
          </a:xfrm>
        </p:spPr>
        <p:txBody>
          <a:bodyPr/>
          <a:lstStyle>
            <a:lvl1pPr marL="0" indent="0">
              <a:lnSpc>
                <a:spcPct val="140000"/>
              </a:lnSpc>
              <a:spcAft>
                <a:spcPts val="0"/>
              </a:spcAft>
              <a:buClr>
                <a:schemeClr val="accent2"/>
              </a:buClr>
              <a:buSzPct val="85000"/>
              <a:buFont typeface="Wingdings" pitchFamily="2" charset="2"/>
              <a:buNone/>
              <a:defRPr sz="1400"/>
            </a:lvl1pPr>
            <a:lvl2pPr marL="176400" indent="-176400">
              <a:lnSpc>
                <a:spcPct val="140000"/>
              </a:lnSpc>
              <a:spcBef>
                <a:spcPts val="0"/>
              </a:spcBef>
              <a:spcAft>
                <a:spcPts val="0"/>
              </a:spcAft>
              <a:buClr>
                <a:schemeClr val="accent2"/>
              </a:buClr>
              <a:buSzPct val="75000"/>
              <a:buFont typeface="Wingdings" panose="05000000000000000000" pitchFamily="2" charset="2"/>
              <a:buChar char="¢"/>
              <a:defRPr sz="1400"/>
            </a:lvl2pPr>
            <a:lvl3pPr marL="354200" indent="-177800">
              <a:lnSpc>
                <a:spcPct val="140000"/>
              </a:lnSpc>
              <a:spcBef>
                <a:spcPts val="0"/>
              </a:spcBef>
              <a:spcAft>
                <a:spcPts val="0"/>
              </a:spcAft>
              <a:buClr>
                <a:schemeClr val="accent2"/>
              </a:buClr>
              <a:buFont typeface="Wingdings" panose="05000000000000000000" pitchFamily="2" charset="2"/>
              <a:buChar char=""/>
              <a:defRPr sz="1400"/>
            </a:lvl3pPr>
            <a:lvl4pPr marL="532000" indent="-177800">
              <a:lnSpc>
                <a:spcPct val="140000"/>
              </a:lnSpc>
              <a:spcBef>
                <a:spcPts val="0"/>
              </a:spcBef>
              <a:spcAft>
                <a:spcPts val="0"/>
              </a:spcAft>
              <a:buClr>
                <a:schemeClr val="tx1"/>
              </a:buClr>
              <a:buFont typeface="Wingdings" panose="05000000000000000000" pitchFamily="2" charset="2"/>
              <a:buChar char=""/>
              <a:defRPr sz="1400"/>
            </a:lvl4pPr>
            <a:lvl5pPr marL="684400" indent="-152400">
              <a:lnSpc>
                <a:spcPct val="140000"/>
              </a:lnSpc>
              <a:spcBef>
                <a:spcPts val="0"/>
              </a:spcBef>
              <a:spcAft>
                <a:spcPts val="0"/>
              </a:spcAft>
              <a:buClr>
                <a:schemeClr val="tx1"/>
              </a:buClr>
              <a:buFont typeface="Wingdings" panose="05000000000000000000" pitchFamily="2" charset="2"/>
              <a:buChar char=""/>
              <a:defRPr sz="1200"/>
            </a:lvl5pPr>
            <a:lvl6pPr marL="824100" indent="-139700">
              <a:lnSpc>
                <a:spcPct val="140000"/>
              </a:lnSpc>
              <a:spcBef>
                <a:spcPts val="0"/>
              </a:spcBef>
              <a:spcAft>
                <a:spcPts val="0"/>
              </a:spcAft>
              <a:buClr>
                <a:schemeClr val="tx1"/>
              </a:buClr>
              <a:buFont typeface="Wingdings" panose="05000000000000000000" pitchFamily="2" charset="2"/>
              <a:buChar char=""/>
              <a:tabLst/>
              <a:defRPr sz="110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12" name="Text Placeholder 43"/>
          <p:cNvSpPr>
            <a:spLocks noGrp="1"/>
          </p:cNvSpPr>
          <p:nvPr>
            <p:ph type="body" sz="quarter" idx="11"/>
          </p:nvPr>
        </p:nvSpPr>
        <p:spPr>
          <a:xfrm>
            <a:off x="765174" y="1686554"/>
            <a:ext cx="5211763" cy="4672971"/>
          </a:xfrm>
        </p:spPr>
        <p:txBody>
          <a:bodyPr/>
          <a:lstStyle>
            <a:lvl1pPr marL="0" indent="0">
              <a:lnSpc>
                <a:spcPct val="140000"/>
              </a:lnSpc>
              <a:spcAft>
                <a:spcPts val="0"/>
              </a:spcAft>
              <a:buClr>
                <a:schemeClr val="accent2"/>
              </a:buClr>
              <a:buSzPct val="85000"/>
              <a:buFont typeface="Wingdings" pitchFamily="2" charset="2"/>
              <a:buNone/>
              <a:defRPr sz="1400"/>
            </a:lvl1pPr>
            <a:lvl2pPr marL="176400" indent="-176400">
              <a:lnSpc>
                <a:spcPct val="140000"/>
              </a:lnSpc>
              <a:spcAft>
                <a:spcPts val="0"/>
              </a:spcAft>
              <a:buClr>
                <a:schemeClr val="accent2"/>
              </a:buClr>
              <a:buSzPct val="75000"/>
              <a:buFont typeface="Wingdings" panose="05000000000000000000" pitchFamily="2" charset="2"/>
              <a:buChar char="¢"/>
              <a:defRPr sz="1400"/>
            </a:lvl2pPr>
            <a:lvl3pPr marL="354200" indent="-177800">
              <a:lnSpc>
                <a:spcPct val="140000"/>
              </a:lnSpc>
              <a:spcAft>
                <a:spcPts val="0"/>
              </a:spcAft>
              <a:buClr>
                <a:schemeClr val="accent2"/>
              </a:buClr>
              <a:buFont typeface="Wingdings" panose="05000000000000000000" pitchFamily="2" charset="2"/>
              <a:buChar char=""/>
              <a:defRPr sz="1400"/>
            </a:lvl3pPr>
            <a:lvl4pPr marL="532000" indent="-177800">
              <a:lnSpc>
                <a:spcPct val="140000"/>
              </a:lnSpc>
              <a:spcAft>
                <a:spcPts val="0"/>
              </a:spcAft>
              <a:buClr>
                <a:schemeClr val="tx1"/>
              </a:buClr>
              <a:buFont typeface="Wingdings" panose="05000000000000000000" pitchFamily="2" charset="2"/>
              <a:buChar char=""/>
              <a:defRPr sz="1400"/>
            </a:lvl4pPr>
            <a:lvl5pPr marL="684400" indent="-152400">
              <a:lnSpc>
                <a:spcPct val="140000"/>
              </a:lnSpc>
              <a:spcBef>
                <a:spcPts val="0"/>
              </a:spcBef>
              <a:spcAft>
                <a:spcPts val="0"/>
              </a:spcAft>
              <a:buClr>
                <a:schemeClr val="tx1"/>
              </a:buClr>
              <a:buFont typeface="Wingdings" panose="05000000000000000000" pitchFamily="2" charset="2"/>
              <a:buChar char=""/>
              <a:defRPr sz="1200"/>
            </a:lvl5pPr>
            <a:lvl6pPr marL="824100" indent="-139700">
              <a:lnSpc>
                <a:spcPct val="140000"/>
              </a:lnSpc>
              <a:spcBef>
                <a:spcPts val="0"/>
              </a:spcBef>
              <a:spcAft>
                <a:spcPts val="0"/>
              </a:spcAft>
              <a:buClr>
                <a:schemeClr val="tx1"/>
              </a:buClr>
              <a:buFont typeface="Wingdings" panose="05000000000000000000" pitchFamily="2" charset="2"/>
              <a:buChar char=""/>
              <a:defRPr sz="110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16"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r>
              <a:rPr lang="en-GB" noProof="1"/>
              <a:t>October 2025</a:t>
            </a:r>
          </a:p>
        </p:txBody>
      </p:sp>
      <p:sp>
        <p:nvSpPr>
          <p:cNvPr id="18"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20"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tx1"/>
                </a:solidFill>
                <a:latin typeface="+mn-lt"/>
                <a:cs typeface="Arial" pitchFamily="34" charset="0"/>
              </a:defRPr>
            </a:lvl1pPr>
          </a:lstStyle>
          <a:p>
            <a:pPr>
              <a:defRPr/>
            </a:pPr>
            <a:r>
              <a:rPr lang="en-GB" noProof="1"/>
              <a:t> </a:t>
            </a:r>
          </a:p>
        </p:txBody>
      </p:sp>
      <p:sp>
        <p:nvSpPr>
          <p:cNvPr id="2" name="TextBox 1" descr="CONFIDENTIAL_TAG_0xFFEE">
            <a:extLst>
              <a:ext uri="{FF2B5EF4-FFF2-40B4-BE49-F238E27FC236}">
                <a16:creationId xmlns:a16="http://schemas.microsoft.com/office/drawing/2014/main" id="{CED6ACB7-1F9D-ACD3-4D69-7B19AABF5892}"/>
              </a:ext>
            </a:extLst>
          </p:cNvPr>
          <p:cNvSpPr txBox="1"/>
          <p:nvPr userDrawn="1"/>
        </p:nvSpPr>
        <p:spPr>
          <a:xfrm>
            <a:off x="8457822" y="6481427"/>
            <a:ext cx="1079500" cy="169277"/>
          </a:xfrm>
          <a:prstGeom prst="rect">
            <a:avLst/>
          </a:prstGeom>
          <a:noFill/>
          <a:ln>
            <a:noFill/>
          </a:ln>
          <a:effectLst>
            <a:glow>
              <a:srgbClr val="000000"/>
            </a:glow>
          </a:effectLst>
        </p:spPr>
        <p:txBody>
          <a:bodyPr vert="horz" wrap="square" lIns="0" tIns="0" rIns="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chemeClr val="accent2"/>
                </a:solidFill>
                <a:effectLst/>
                <a:uLnTx/>
                <a:uFillTx/>
                <a:latin typeface="ShellMedium" panose="00000600000000000000" pitchFamily="50" charset="0"/>
                <a:ea typeface="+mn-ea"/>
                <a:cs typeface="+mn-cs"/>
              </a:rPr>
              <a:t>INTERNAL</a:t>
            </a:r>
            <a:endParaRPr kumimoji="0" lang="en-GB" sz="800" b="0" i="0" u="none" strike="noStrike" kern="1200" cap="none" spc="0" normalizeH="0" baseline="0" noProof="0" dirty="0">
              <a:ln>
                <a:noFill/>
              </a:ln>
              <a:solidFill>
                <a:schemeClr val="accent2"/>
              </a:solidFill>
              <a:effectLst/>
              <a:uLnTx/>
              <a:uFillTx/>
              <a:latin typeface="ShellMedium" panose="00000600000000000000" pitchFamily="50" charset="0"/>
              <a:ea typeface="+mn-ea"/>
              <a:cs typeface="+mn-cs"/>
            </a:endParaRPr>
          </a:p>
        </p:txBody>
      </p:sp>
    </p:spTree>
  </p:cSld>
  <p:clrMapOvr>
    <a:masterClrMapping/>
  </p:clrMapOvr>
  <p:transition/>
  <p:hf hd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xt and Content">
    <p:spTree>
      <p:nvGrpSpPr>
        <p:cNvPr id="1" name=""/>
        <p:cNvGrpSpPr/>
        <p:nvPr/>
      </p:nvGrpSpPr>
      <p:grpSpPr>
        <a:xfrm>
          <a:off x="0" y="0"/>
          <a:ext cx="0" cy="0"/>
          <a:chOff x="0" y="0"/>
          <a:chExt cx="0" cy="0"/>
        </a:xfrm>
      </p:grpSpPr>
      <p:sp>
        <p:nvSpPr>
          <p:cNvPr id="9" name="Picture Placeholder 2"/>
          <p:cNvSpPr>
            <a:spLocks noGrp="1"/>
          </p:cNvSpPr>
          <p:nvPr>
            <p:ph type="pic" sz="quarter" idx="12"/>
          </p:nvPr>
        </p:nvSpPr>
        <p:spPr bwMode="auto">
          <a:xfrm>
            <a:off x="5047384" y="0"/>
            <a:ext cx="7144616" cy="6857999"/>
          </a:xfrm>
          <a:custGeom>
            <a:avLst/>
            <a:gdLst>
              <a:gd name="connsiteX0" fmla="*/ 0 w 7141676"/>
              <a:gd name="connsiteY0" fmla="*/ 0 h 6316132"/>
              <a:gd name="connsiteX1" fmla="*/ 7141676 w 7141676"/>
              <a:gd name="connsiteY1" fmla="*/ 0 h 6316132"/>
              <a:gd name="connsiteX2" fmla="*/ 7141676 w 7141676"/>
              <a:gd name="connsiteY2" fmla="*/ 6316132 h 6316132"/>
              <a:gd name="connsiteX3" fmla="*/ 0 w 7141676"/>
              <a:gd name="connsiteY3" fmla="*/ 6316132 h 6316132"/>
              <a:gd name="connsiteX4" fmla="*/ 0 w 7141676"/>
              <a:gd name="connsiteY4" fmla="*/ 0 h 6316132"/>
              <a:gd name="connsiteX0" fmla="*/ 2940 w 7144616"/>
              <a:gd name="connsiteY0" fmla="*/ 0 h 6316132"/>
              <a:gd name="connsiteX1" fmla="*/ 7144616 w 7144616"/>
              <a:gd name="connsiteY1" fmla="*/ 0 h 6316132"/>
              <a:gd name="connsiteX2" fmla="*/ 7144616 w 7144616"/>
              <a:gd name="connsiteY2" fmla="*/ 6316132 h 6316132"/>
              <a:gd name="connsiteX3" fmla="*/ 2940 w 7144616"/>
              <a:gd name="connsiteY3" fmla="*/ 6316132 h 6316132"/>
              <a:gd name="connsiteX4" fmla="*/ 0 w 7144616"/>
              <a:gd name="connsiteY4" fmla="*/ 5779942 h 6316132"/>
              <a:gd name="connsiteX5" fmla="*/ 2940 w 7144616"/>
              <a:gd name="connsiteY5" fmla="*/ 0 h 6316132"/>
              <a:gd name="connsiteX0" fmla="*/ 2940 w 7144616"/>
              <a:gd name="connsiteY0" fmla="*/ 0 h 6316773"/>
              <a:gd name="connsiteX1" fmla="*/ 7144616 w 7144616"/>
              <a:gd name="connsiteY1" fmla="*/ 0 h 6316773"/>
              <a:gd name="connsiteX2" fmla="*/ 7144616 w 7144616"/>
              <a:gd name="connsiteY2" fmla="*/ 6316132 h 6316773"/>
              <a:gd name="connsiteX3" fmla="*/ 537870 w 7144616"/>
              <a:gd name="connsiteY3" fmla="*/ 6316773 h 6316773"/>
              <a:gd name="connsiteX4" fmla="*/ 2940 w 7144616"/>
              <a:gd name="connsiteY4" fmla="*/ 6316132 h 6316773"/>
              <a:gd name="connsiteX5" fmla="*/ 0 w 7144616"/>
              <a:gd name="connsiteY5" fmla="*/ 5779942 h 6316773"/>
              <a:gd name="connsiteX6" fmla="*/ 2940 w 7144616"/>
              <a:gd name="connsiteY6" fmla="*/ 0 h 6316773"/>
              <a:gd name="connsiteX0" fmla="*/ 2940 w 7144616"/>
              <a:gd name="connsiteY0" fmla="*/ 0 h 6316773"/>
              <a:gd name="connsiteX1" fmla="*/ 7144616 w 7144616"/>
              <a:gd name="connsiteY1" fmla="*/ 0 h 6316773"/>
              <a:gd name="connsiteX2" fmla="*/ 7144616 w 7144616"/>
              <a:gd name="connsiteY2" fmla="*/ 6316132 h 6316773"/>
              <a:gd name="connsiteX3" fmla="*/ 537870 w 7144616"/>
              <a:gd name="connsiteY3" fmla="*/ 6316773 h 6316773"/>
              <a:gd name="connsiteX4" fmla="*/ 0 w 7144616"/>
              <a:gd name="connsiteY4" fmla="*/ 5779942 h 6316773"/>
              <a:gd name="connsiteX5" fmla="*/ 2940 w 7144616"/>
              <a:gd name="connsiteY5" fmla="*/ 0 h 6316773"/>
              <a:gd name="connsiteX0" fmla="*/ 2940 w 7144616"/>
              <a:gd name="connsiteY0" fmla="*/ 0 h 6316773"/>
              <a:gd name="connsiteX1" fmla="*/ 7144616 w 7144616"/>
              <a:gd name="connsiteY1" fmla="*/ 0 h 6316773"/>
              <a:gd name="connsiteX2" fmla="*/ 7144616 w 7144616"/>
              <a:gd name="connsiteY2" fmla="*/ 6316132 h 6316773"/>
              <a:gd name="connsiteX3" fmla="*/ 537870 w 7144616"/>
              <a:gd name="connsiteY3" fmla="*/ 6316773 h 6316773"/>
              <a:gd name="connsiteX4" fmla="*/ 0 w 7144616"/>
              <a:gd name="connsiteY4" fmla="*/ 5779942 h 6316773"/>
              <a:gd name="connsiteX5" fmla="*/ 2940 w 7144616"/>
              <a:gd name="connsiteY5" fmla="*/ 0 h 6316773"/>
              <a:gd name="connsiteX0" fmla="*/ 2940 w 7144616"/>
              <a:gd name="connsiteY0" fmla="*/ 0 h 6316773"/>
              <a:gd name="connsiteX1" fmla="*/ 7144616 w 7144616"/>
              <a:gd name="connsiteY1" fmla="*/ 0 h 6316773"/>
              <a:gd name="connsiteX2" fmla="*/ 7144616 w 7144616"/>
              <a:gd name="connsiteY2" fmla="*/ 6316132 h 6316773"/>
              <a:gd name="connsiteX3" fmla="*/ 537870 w 7144616"/>
              <a:gd name="connsiteY3" fmla="*/ 6316773 h 6316773"/>
              <a:gd name="connsiteX4" fmla="*/ 0 w 7144616"/>
              <a:gd name="connsiteY4" fmla="*/ 5779942 h 6316773"/>
              <a:gd name="connsiteX5" fmla="*/ 2940 w 7144616"/>
              <a:gd name="connsiteY5" fmla="*/ 0 h 6316773"/>
              <a:gd name="connsiteX0" fmla="*/ 2940 w 7144616"/>
              <a:gd name="connsiteY0" fmla="*/ 0 h 6317008"/>
              <a:gd name="connsiteX1" fmla="*/ 7144616 w 7144616"/>
              <a:gd name="connsiteY1" fmla="*/ 0 h 6317008"/>
              <a:gd name="connsiteX2" fmla="*/ 7144616 w 7144616"/>
              <a:gd name="connsiteY2" fmla="*/ 6316132 h 6317008"/>
              <a:gd name="connsiteX3" fmla="*/ 537870 w 7144616"/>
              <a:gd name="connsiteY3" fmla="*/ 6316773 h 6317008"/>
              <a:gd name="connsiteX4" fmla="*/ 0 w 7144616"/>
              <a:gd name="connsiteY4" fmla="*/ 5779942 h 6317008"/>
              <a:gd name="connsiteX5" fmla="*/ 2940 w 7144616"/>
              <a:gd name="connsiteY5" fmla="*/ 0 h 6317008"/>
              <a:gd name="connsiteX0" fmla="*/ 2940 w 7144616"/>
              <a:gd name="connsiteY0" fmla="*/ 0 h 6316773"/>
              <a:gd name="connsiteX1" fmla="*/ 7144616 w 7144616"/>
              <a:gd name="connsiteY1" fmla="*/ 0 h 6316773"/>
              <a:gd name="connsiteX2" fmla="*/ 7144616 w 7144616"/>
              <a:gd name="connsiteY2" fmla="*/ 6316132 h 6316773"/>
              <a:gd name="connsiteX3" fmla="*/ 537870 w 7144616"/>
              <a:gd name="connsiteY3" fmla="*/ 6316773 h 6316773"/>
              <a:gd name="connsiteX4" fmla="*/ 0 w 7144616"/>
              <a:gd name="connsiteY4" fmla="*/ 5779942 h 6316773"/>
              <a:gd name="connsiteX5" fmla="*/ 2940 w 7144616"/>
              <a:gd name="connsiteY5" fmla="*/ 0 h 6316773"/>
              <a:gd name="connsiteX0" fmla="*/ 2940 w 7144616"/>
              <a:gd name="connsiteY0" fmla="*/ 0 h 6316773"/>
              <a:gd name="connsiteX1" fmla="*/ 7144616 w 7144616"/>
              <a:gd name="connsiteY1" fmla="*/ 0 h 6316773"/>
              <a:gd name="connsiteX2" fmla="*/ 7144616 w 7144616"/>
              <a:gd name="connsiteY2" fmla="*/ 6316132 h 6316773"/>
              <a:gd name="connsiteX3" fmla="*/ 537870 w 7144616"/>
              <a:gd name="connsiteY3" fmla="*/ 6316773 h 6316773"/>
              <a:gd name="connsiteX4" fmla="*/ 0 w 7144616"/>
              <a:gd name="connsiteY4" fmla="*/ 5779942 h 6316773"/>
              <a:gd name="connsiteX5" fmla="*/ 2940 w 7144616"/>
              <a:gd name="connsiteY5" fmla="*/ 0 h 6316773"/>
              <a:gd name="connsiteX0" fmla="*/ 2940 w 7144616"/>
              <a:gd name="connsiteY0" fmla="*/ 0 h 6316773"/>
              <a:gd name="connsiteX1" fmla="*/ 7144616 w 7144616"/>
              <a:gd name="connsiteY1" fmla="*/ 0 h 6316773"/>
              <a:gd name="connsiteX2" fmla="*/ 7144616 w 7144616"/>
              <a:gd name="connsiteY2" fmla="*/ 6316132 h 6316773"/>
              <a:gd name="connsiteX3" fmla="*/ 537870 w 7144616"/>
              <a:gd name="connsiteY3" fmla="*/ 6316773 h 6316773"/>
              <a:gd name="connsiteX4" fmla="*/ 0 w 7144616"/>
              <a:gd name="connsiteY4" fmla="*/ 5779942 h 6316773"/>
              <a:gd name="connsiteX5" fmla="*/ 2940 w 7144616"/>
              <a:gd name="connsiteY5" fmla="*/ 0 h 6316773"/>
              <a:gd name="connsiteX0" fmla="*/ 2940 w 7144616"/>
              <a:gd name="connsiteY0" fmla="*/ 0 h 6316773"/>
              <a:gd name="connsiteX1" fmla="*/ 7144616 w 7144616"/>
              <a:gd name="connsiteY1" fmla="*/ 0 h 6316773"/>
              <a:gd name="connsiteX2" fmla="*/ 7144616 w 7144616"/>
              <a:gd name="connsiteY2" fmla="*/ 6316132 h 6316773"/>
              <a:gd name="connsiteX3" fmla="*/ 537870 w 7144616"/>
              <a:gd name="connsiteY3" fmla="*/ 6316773 h 6316773"/>
              <a:gd name="connsiteX4" fmla="*/ 0 w 7144616"/>
              <a:gd name="connsiteY4" fmla="*/ 5779942 h 6316773"/>
              <a:gd name="connsiteX5" fmla="*/ 2940 w 7144616"/>
              <a:gd name="connsiteY5" fmla="*/ 0 h 6316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44616" h="6316773">
                <a:moveTo>
                  <a:pt x="2940" y="0"/>
                </a:moveTo>
                <a:lnTo>
                  <a:pt x="7144616" y="0"/>
                </a:lnTo>
                <a:lnTo>
                  <a:pt x="7144616" y="6316132"/>
                </a:lnTo>
                <a:lnTo>
                  <a:pt x="537870" y="6316773"/>
                </a:lnTo>
                <a:cubicBezTo>
                  <a:pt x="214457" y="6313295"/>
                  <a:pt x="5024" y="6140981"/>
                  <a:pt x="0" y="5779942"/>
                </a:cubicBezTo>
                <a:lnTo>
                  <a:pt x="2940" y="0"/>
                </a:lnTo>
                <a:close/>
              </a:path>
            </a:pathLst>
          </a:custGeom>
          <a:noFill/>
          <a:ln w="9525" algn="ctr">
            <a:noFill/>
            <a:miter lim="800000"/>
            <a:headEnd/>
            <a:tailEnd/>
          </a:ln>
        </p:spPr>
        <p:txBody>
          <a:bodyPr/>
          <a:lstStyle>
            <a:lvl1pPr>
              <a:defRPr sz="2133"/>
            </a:lvl1pPr>
          </a:lstStyle>
          <a:p>
            <a:r>
              <a:rPr lang="en-GB"/>
              <a:t>Click icon to add picture</a:t>
            </a:r>
            <a:endParaRPr lang="en-GB" dirty="0"/>
          </a:p>
        </p:txBody>
      </p:sp>
      <p:sp>
        <p:nvSpPr>
          <p:cNvPr id="34" name="Rectangle 2"/>
          <p:cNvSpPr>
            <a:spLocks noGrp="1" noChangeArrowheads="1"/>
          </p:cNvSpPr>
          <p:nvPr>
            <p:ph type="title"/>
          </p:nvPr>
        </p:nvSpPr>
        <p:spPr bwMode="auto">
          <a:xfrm>
            <a:off x="508000" y="712800"/>
            <a:ext cx="4425244" cy="808025"/>
          </a:xfrm>
          <a:prstGeom prst="rect">
            <a:avLst/>
          </a:prstGeom>
          <a:noFill/>
          <a:ln w="9525" algn="ctr">
            <a:noFill/>
            <a:miter lim="800000"/>
            <a:headEnd/>
            <a:tailEnd/>
          </a:ln>
        </p:spPr>
        <p:txBody>
          <a:bodyPr vert="horz" wrap="square" lIns="0" tIns="0" rIns="0" bIns="0" numCol="1" anchor="t" anchorCtr="0" compatLnSpc="1">
            <a:prstTxWarp prst="textNoShape">
              <a:avLst/>
            </a:prstTxWarp>
          </a:bodyPr>
          <a:lstStyle>
            <a:lvl1pPr>
              <a:defRPr lang="en-US" sz="2400" b="0" kern="1200" cap="none" baseline="0" noProof="0" dirty="0" smtClean="0">
                <a:solidFill>
                  <a:schemeClr val="tx1"/>
                </a:solidFill>
                <a:latin typeface="+mj-lt"/>
                <a:ea typeface="+mj-ea"/>
                <a:cs typeface="+mj-cs"/>
              </a:defRPr>
            </a:lvl1pPr>
          </a:lstStyle>
          <a:p>
            <a:pPr lvl="0"/>
            <a:r>
              <a:rPr lang="en-GB"/>
              <a:t>Click to edit Master title style</a:t>
            </a:r>
            <a:endParaRPr lang="en-GB" dirty="0"/>
          </a:p>
        </p:txBody>
      </p:sp>
      <p:sp>
        <p:nvSpPr>
          <p:cNvPr id="12" name="Text Placeholder 43"/>
          <p:cNvSpPr>
            <a:spLocks noGrp="1"/>
          </p:cNvSpPr>
          <p:nvPr>
            <p:ph type="body" sz="quarter" idx="11"/>
          </p:nvPr>
        </p:nvSpPr>
        <p:spPr>
          <a:xfrm>
            <a:off x="765175" y="1665286"/>
            <a:ext cx="3829404" cy="4694239"/>
          </a:xfrm>
        </p:spPr>
        <p:txBody>
          <a:bodyPr/>
          <a:lstStyle>
            <a:lvl1pPr marL="0" indent="0">
              <a:spcAft>
                <a:spcPts val="0"/>
              </a:spcAft>
              <a:buClr>
                <a:schemeClr val="accent2"/>
              </a:buClr>
              <a:buSzPct val="85000"/>
              <a:buFont typeface="Wingdings" pitchFamily="2" charset="2"/>
              <a:buNone/>
              <a:defRPr sz="1800"/>
            </a:lvl1pPr>
            <a:lvl2pPr marL="230400" indent="-230400">
              <a:spcAft>
                <a:spcPts val="0"/>
              </a:spcAft>
              <a:buClr>
                <a:schemeClr val="accent2"/>
              </a:buClr>
              <a:buSzPct val="75000"/>
              <a:buFont typeface="Wingdings" panose="05000000000000000000" pitchFamily="2" charset="2"/>
              <a:buChar char=""/>
              <a:defRPr sz="1800"/>
            </a:lvl2pPr>
            <a:lvl3pPr marL="459000" indent="-228600">
              <a:spcAft>
                <a:spcPts val="0"/>
              </a:spcAft>
              <a:buClr>
                <a:schemeClr val="accent2"/>
              </a:buClr>
              <a:buFont typeface="Wingdings" panose="05000000000000000000" pitchFamily="2" charset="2"/>
              <a:buChar char=""/>
              <a:defRPr sz="1800"/>
            </a:lvl3pPr>
            <a:lvl4pPr marL="687600" indent="-228600">
              <a:spcBef>
                <a:spcPts val="0"/>
              </a:spcBef>
              <a:spcAft>
                <a:spcPts val="0"/>
              </a:spcAft>
              <a:buClr>
                <a:schemeClr val="tx1"/>
              </a:buClr>
              <a:buFont typeface="Wingdings" panose="05000000000000000000" pitchFamily="2" charset="2"/>
              <a:buChar char=""/>
              <a:defRPr sz="1800"/>
            </a:lvl4pPr>
            <a:lvl5pPr marL="890800" indent="-203200">
              <a:spcBef>
                <a:spcPts val="0"/>
              </a:spcBef>
              <a:spcAft>
                <a:spcPts val="0"/>
              </a:spcAft>
              <a:buClr>
                <a:schemeClr val="tx1"/>
              </a:buClr>
              <a:buFont typeface="Wingdings" panose="05000000000000000000" pitchFamily="2" charset="2"/>
              <a:buChar char=""/>
              <a:defRPr sz="1600"/>
            </a:lvl5pPr>
            <a:lvl6pPr marL="1043200" indent="-152400">
              <a:spcBef>
                <a:spcPts val="0"/>
              </a:spcBef>
              <a:spcAft>
                <a:spcPts val="0"/>
              </a:spcAft>
              <a:buClr>
                <a:schemeClr val="tx1"/>
              </a:buClr>
              <a:buFont typeface="Wingdings" panose="05000000000000000000" pitchFamily="2" charset="2"/>
              <a:buChar char=""/>
              <a:defRPr sz="120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16"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r>
              <a:rPr lang="en-GB" noProof="1"/>
              <a:t>October 2025</a:t>
            </a:r>
          </a:p>
        </p:txBody>
      </p:sp>
      <p:sp>
        <p:nvSpPr>
          <p:cNvPr id="18"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20"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tx1"/>
                </a:solidFill>
                <a:latin typeface="+mn-lt"/>
                <a:cs typeface="Arial" pitchFamily="34" charset="0"/>
              </a:defRPr>
            </a:lvl1pPr>
          </a:lstStyle>
          <a:p>
            <a:pPr>
              <a:defRPr/>
            </a:pPr>
            <a:r>
              <a:rPr lang="en-GB" noProof="1"/>
              <a:t> </a:t>
            </a:r>
          </a:p>
        </p:txBody>
      </p:sp>
      <p:sp>
        <p:nvSpPr>
          <p:cNvPr id="2" name="TextBox 1" descr="CONFIDENTIAL_TAG_0xFFEE">
            <a:extLst>
              <a:ext uri="{FF2B5EF4-FFF2-40B4-BE49-F238E27FC236}">
                <a16:creationId xmlns:a16="http://schemas.microsoft.com/office/drawing/2014/main" id="{1D16EC12-B4DB-5922-221D-592404220E04}"/>
              </a:ext>
            </a:extLst>
          </p:cNvPr>
          <p:cNvSpPr txBox="1"/>
          <p:nvPr userDrawn="1"/>
        </p:nvSpPr>
        <p:spPr>
          <a:xfrm>
            <a:off x="8457822" y="6481427"/>
            <a:ext cx="1079500" cy="169277"/>
          </a:xfrm>
          <a:prstGeom prst="rect">
            <a:avLst/>
          </a:prstGeom>
          <a:noFill/>
          <a:ln>
            <a:noFill/>
          </a:ln>
          <a:effectLst>
            <a:glow>
              <a:srgbClr val="000000"/>
            </a:glow>
          </a:effectLst>
        </p:spPr>
        <p:txBody>
          <a:bodyPr vert="horz" wrap="square" lIns="0" tIns="0" rIns="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chemeClr val="accent2"/>
                </a:solidFill>
                <a:effectLst/>
                <a:uLnTx/>
                <a:uFillTx/>
                <a:latin typeface="ShellMedium" panose="00000600000000000000" pitchFamily="50" charset="0"/>
                <a:ea typeface="+mn-ea"/>
                <a:cs typeface="+mn-cs"/>
              </a:rPr>
              <a:t>INTERNAL</a:t>
            </a:r>
            <a:endParaRPr kumimoji="0" lang="en-GB" sz="800" b="0" i="0" u="none" strike="noStrike" kern="1200" cap="none" spc="0" normalizeH="0" baseline="0" noProof="0" dirty="0">
              <a:ln>
                <a:noFill/>
              </a:ln>
              <a:solidFill>
                <a:schemeClr val="accent2"/>
              </a:solidFill>
              <a:effectLst/>
              <a:uLnTx/>
              <a:uFillTx/>
              <a:latin typeface="ShellMedium" panose="00000600000000000000" pitchFamily="50" charset="0"/>
              <a:ea typeface="+mn-ea"/>
              <a:cs typeface="+mn-cs"/>
            </a:endParaRPr>
          </a:p>
        </p:txBody>
      </p:sp>
    </p:spTree>
    <p:extLst>
      <p:ext uri="{BB962C8B-B14F-4D97-AF65-F5344CB8AC3E}">
        <p14:creationId xmlns:p14="http://schemas.microsoft.com/office/powerpoint/2010/main" val="3072813743"/>
      </p:ext>
    </p:extLst>
  </p:cSld>
  <p:clrMapOvr>
    <a:masterClrMapping/>
  </p:clrMapOvr>
  <p:transition/>
  <p:hf hdr="0"/>
  <p:extLst>
    <p:ext uri="{DCECCB84-F9BA-43D5-87BE-67443E8EF086}">
      <p15:sldGuideLst xmlns:p15="http://schemas.microsoft.com/office/powerpoint/2012/main">
        <p15:guide id="1" pos="3840">
          <p15:clr>
            <a:srgbClr val="FBAE40"/>
          </p15:clr>
        </p15:guide>
        <p15:guide id="2" pos="3765">
          <p15:clr>
            <a:srgbClr val="FBAE40"/>
          </p15:clr>
        </p15:guide>
        <p15:guide id="3" pos="3915">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4 Graphs">
    <p:spTree>
      <p:nvGrpSpPr>
        <p:cNvPr id="1" name=""/>
        <p:cNvGrpSpPr/>
        <p:nvPr/>
      </p:nvGrpSpPr>
      <p:grpSpPr>
        <a:xfrm>
          <a:off x="0" y="0"/>
          <a:ext cx="0" cy="0"/>
          <a:chOff x="0" y="0"/>
          <a:chExt cx="0" cy="0"/>
        </a:xfrm>
      </p:grpSpPr>
      <p:sp>
        <p:nvSpPr>
          <p:cNvPr id="67" name="Content Placeholder 51"/>
          <p:cNvSpPr>
            <a:spLocks noGrp="1"/>
          </p:cNvSpPr>
          <p:nvPr>
            <p:ph sz="quarter" idx="29" hasCustomPrompt="1"/>
          </p:nvPr>
        </p:nvSpPr>
        <p:spPr>
          <a:xfrm>
            <a:off x="509312" y="6201069"/>
            <a:ext cx="5543051" cy="158455"/>
          </a:xfrm>
        </p:spPr>
        <p:txBody>
          <a:bodyPr wrap="square">
            <a:noAutofit/>
          </a:bodyPr>
          <a:lstStyle>
            <a:lvl1pPr>
              <a:defRPr sz="900" cap="none" baseline="0">
                <a:solidFill>
                  <a:schemeClr val="tx1"/>
                </a:solidFill>
                <a:latin typeface="+mn-lt"/>
              </a:defRPr>
            </a:lvl1pPr>
          </a:lstStyle>
          <a:p>
            <a:pPr lvl="0"/>
            <a:r>
              <a:rPr lang="en-GB" dirty="0"/>
              <a:t>Click to edit source</a:t>
            </a:r>
          </a:p>
        </p:txBody>
      </p:sp>
      <p:sp>
        <p:nvSpPr>
          <p:cNvPr id="32" name="Rectangle 2"/>
          <p:cNvSpPr>
            <a:spLocks noGrp="1" noChangeArrowheads="1"/>
          </p:cNvSpPr>
          <p:nvPr>
            <p:ph type="title"/>
          </p:nvPr>
        </p:nvSpPr>
        <p:spPr bwMode="auto">
          <a:xfrm>
            <a:off x="508000" y="712800"/>
            <a:ext cx="11171237" cy="752475"/>
          </a:xfrm>
          <a:prstGeom prst="rect">
            <a:avLst/>
          </a:prstGeom>
          <a:noFill/>
          <a:ln w="9525" algn="ctr">
            <a:noFill/>
            <a:miter lim="800000"/>
            <a:headEnd/>
            <a:tailEnd/>
          </a:ln>
        </p:spPr>
        <p:txBody>
          <a:bodyPr vert="horz" wrap="square" lIns="0" tIns="0" rIns="0" bIns="0" numCol="1" anchor="t" anchorCtr="0" compatLnSpc="1">
            <a:prstTxWarp prst="textNoShape">
              <a:avLst/>
            </a:prstTxWarp>
          </a:bodyPr>
          <a:lstStyle>
            <a:lvl1pPr>
              <a:defRPr lang="en-GB" noProof="0" dirty="0" smtClean="0">
                <a:latin typeface="+mj-lt"/>
              </a:defRPr>
            </a:lvl1pPr>
          </a:lstStyle>
          <a:p>
            <a:pPr lvl="0"/>
            <a:r>
              <a:rPr lang="en-GB" noProof="0"/>
              <a:t>Click to edit Master title style</a:t>
            </a:r>
            <a:endParaRPr lang="en-GB" noProof="0" dirty="0"/>
          </a:p>
        </p:txBody>
      </p:sp>
      <p:sp>
        <p:nvSpPr>
          <p:cNvPr id="40" name="Content Placeholder 51"/>
          <p:cNvSpPr>
            <a:spLocks noGrp="1"/>
          </p:cNvSpPr>
          <p:nvPr>
            <p:ph sz="quarter" idx="46" hasCustomPrompt="1"/>
          </p:nvPr>
        </p:nvSpPr>
        <p:spPr>
          <a:xfrm>
            <a:off x="508000" y="4116538"/>
            <a:ext cx="5468938" cy="234616"/>
          </a:xfrm>
        </p:spPr>
        <p:txBody>
          <a:bodyPr vert="horz" wrap="square" lIns="0" tIns="0" rIns="0" bIns="0" rtlCol="0">
            <a:spAutoFit/>
          </a:bodyPr>
          <a:lstStyle>
            <a:lvl1pPr>
              <a:lnSpc>
                <a:spcPct val="100000"/>
              </a:lnSpc>
              <a:defRPr lang="nl-NL" sz="1400" kern="1200" cap="none" baseline="0" dirty="0">
                <a:solidFill>
                  <a:schemeClr val="tx1"/>
                </a:solidFill>
                <a:latin typeface="ShellHeavy" panose="00000700000000000000" pitchFamily="2" charset="0"/>
                <a:ea typeface="+mn-ea"/>
                <a:cs typeface="+mn-cs"/>
              </a:defRPr>
            </a:lvl1pPr>
          </a:lstStyle>
          <a:p>
            <a:pPr marL="0" lvl="0" indent="0" algn="l" defTabSz="1219170" rtl="0" eaLnBrk="1" latinLnBrk="0" hangingPunct="1">
              <a:lnSpc>
                <a:spcPct val="119000"/>
              </a:lnSpc>
              <a:spcBef>
                <a:spcPts val="0"/>
              </a:spcBef>
              <a:spcAft>
                <a:spcPts val="0"/>
              </a:spcAft>
              <a:buClr>
                <a:srgbClr val="F7D117"/>
              </a:buClr>
              <a:buSzPct val="120000"/>
              <a:buFont typeface="Wingdings" pitchFamily="2" charset="2"/>
              <a:buNone/>
            </a:pPr>
            <a:r>
              <a:rPr lang="en-GB" dirty="0"/>
              <a:t>Chart title appears here</a:t>
            </a:r>
          </a:p>
        </p:txBody>
      </p:sp>
      <p:sp>
        <p:nvSpPr>
          <p:cNvPr id="42" name="Chart Placeholder 16"/>
          <p:cNvSpPr>
            <a:spLocks noGrp="1"/>
          </p:cNvSpPr>
          <p:nvPr>
            <p:ph type="chart" sz="quarter" idx="47"/>
          </p:nvPr>
        </p:nvSpPr>
        <p:spPr>
          <a:xfrm>
            <a:off x="508000" y="4456229"/>
            <a:ext cx="5468938" cy="1623641"/>
          </a:xfrm>
        </p:spPr>
        <p:txBody>
          <a:bodyPr>
            <a:normAutofit/>
          </a:bodyPr>
          <a:lstStyle>
            <a:lvl1pPr>
              <a:defRPr sz="1400">
                <a:solidFill>
                  <a:schemeClr val="tx1"/>
                </a:solidFill>
                <a:latin typeface="+mn-lt"/>
              </a:defRPr>
            </a:lvl1pPr>
          </a:lstStyle>
          <a:p>
            <a:r>
              <a:rPr lang="en-GB"/>
              <a:t>Click icon to add chart</a:t>
            </a:r>
            <a:endParaRPr lang="en-GB" dirty="0"/>
          </a:p>
        </p:txBody>
      </p:sp>
      <p:sp>
        <p:nvSpPr>
          <p:cNvPr id="100" name="Content Placeholder 51"/>
          <p:cNvSpPr>
            <a:spLocks noGrp="1"/>
          </p:cNvSpPr>
          <p:nvPr>
            <p:ph sz="quarter" idx="55" hasCustomPrompt="1"/>
          </p:nvPr>
        </p:nvSpPr>
        <p:spPr>
          <a:xfrm>
            <a:off x="508000" y="1780690"/>
            <a:ext cx="5468938" cy="234616"/>
          </a:xfrm>
        </p:spPr>
        <p:txBody>
          <a:bodyPr vert="horz" wrap="square" lIns="0" tIns="0" rIns="0" bIns="0" rtlCol="0">
            <a:spAutoFit/>
          </a:bodyPr>
          <a:lstStyle>
            <a:lvl1pPr>
              <a:lnSpc>
                <a:spcPct val="100000"/>
              </a:lnSpc>
              <a:defRPr lang="nl-NL" sz="1400" kern="1200" cap="none" baseline="0" dirty="0">
                <a:solidFill>
                  <a:schemeClr val="tx1"/>
                </a:solidFill>
                <a:latin typeface="ShellHeavy" panose="00000700000000000000" pitchFamily="2" charset="0"/>
                <a:ea typeface="+mn-ea"/>
                <a:cs typeface="+mn-cs"/>
              </a:defRPr>
            </a:lvl1pPr>
          </a:lstStyle>
          <a:p>
            <a:pPr marL="0" lvl="0" indent="0" algn="l" defTabSz="1219170" rtl="0" eaLnBrk="1" latinLnBrk="0" hangingPunct="1">
              <a:lnSpc>
                <a:spcPct val="119000"/>
              </a:lnSpc>
              <a:spcBef>
                <a:spcPts val="0"/>
              </a:spcBef>
              <a:spcAft>
                <a:spcPts val="0"/>
              </a:spcAft>
              <a:buClr>
                <a:srgbClr val="F7D117"/>
              </a:buClr>
              <a:buSzPct val="120000"/>
              <a:buFont typeface="Wingdings" pitchFamily="2" charset="2"/>
              <a:buNone/>
            </a:pPr>
            <a:r>
              <a:rPr lang="en-GB" dirty="0"/>
              <a:t>Chart title appears here</a:t>
            </a:r>
          </a:p>
        </p:txBody>
      </p:sp>
      <p:sp>
        <p:nvSpPr>
          <p:cNvPr id="102" name="Chart Placeholder 16"/>
          <p:cNvSpPr>
            <a:spLocks noGrp="1"/>
          </p:cNvSpPr>
          <p:nvPr>
            <p:ph type="chart" sz="quarter" idx="56"/>
          </p:nvPr>
        </p:nvSpPr>
        <p:spPr>
          <a:xfrm>
            <a:off x="508000" y="2120382"/>
            <a:ext cx="5468938" cy="1623641"/>
          </a:xfrm>
        </p:spPr>
        <p:txBody>
          <a:bodyPr>
            <a:normAutofit/>
          </a:bodyPr>
          <a:lstStyle>
            <a:lvl1pPr>
              <a:defRPr sz="1400">
                <a:solidFill>
                  <a:schemeClr val="tx1"/>
                </a:solidFill>
                <a:latin typeface="+mn-lt"/>
              </a:defRPr>
            </a:lvl1pPr>
          </a:lstStyle>
          <a:p>
            <a:r>
              <a:rPr lang="en-GB"/>
              <a:t>Click icon to add chart</a:t>
            </a:r>
            <a:endParaRPr lang="en-GB" dirty="0"/>
          </a:p>
        </p:txBody>
      </p:sp>
      <p:sp>
        <p:nvSpPr>
          <p:cNvPr id="105" name="Content Placeholder 51"/>
          <p:cNvSpPr>
            <a:spLocks noGrp="1"/>
          </p:cNvSpPr>
          <p:nvPr>
            <p:ph sz="quarter" idx="58" hasCustomPrompt="1"/>
          </p:nvPr>
        </p:nvSpPr>
        <p:spPr>
          <a:xfrm>
            <a:off x="6215063" y="4116538"/>
            <a:ext cx="5464175" cy="234616"/>
          </a:xfrm>
        </p:spPr>
        <p:txBody>
          <a:bodyPr vert="horz" wrap="square" lIns="0" tIns="0" rIns="0" bIns="0" rtlCol="0">
            <a:spAutoFit/>
          </a:bodyPr>
          <a:lstStyle>
            <a:lvl1pPr>
              <a:lnSpc>
                <a:spcPct val="100000"/>
              </a:lnSpc>
              <a:defRPr lang="nl-NL" sz="1400" kern="1200" cap="none" baseline="0" dirty="0">
                <a:solidFill>
                  <a:schemeClr val="tx1"/>
                </a:solidFill>
                <a:latin typeface="ShellHeavy" panose="00000700000000000000" pitchFamily="2" charset="0"/>
                <a:ea typeface="+mn-ea"/>
                <a:cs typeface="+mn-cs"/>
              </a:defRPr>
            </a:lvl1pPr>
          </a:lstStyle>
          <a:p>
            <a:pPr marL="0" lvl="0" indent="0" algn="l" defTabSz="1219170" rtl="0" eaLnBrk="1" latinLnBrk="0" hangingPunct="1">
              <a:lnSpc>
                <a:spcPct val="119000"/>
              </a:lnSpc>
              <a:spcBef>
                <a:spcPts val="0"/>
              </a:spcBef>
              <a:spcAft>
                <a:spcPts val="0"/>
              </a:spcAft>
              <a:buClr>
                <a:srgbClr val="F7D117"/>
              </a:buClr>
              <a:buSzPct val="120000"/>
              <a:buFont typeface="Wingdings" pitchFamily="2" charset="2"/>
              <a:buNone/>
            </a:pPr>
            <a:r>
              <a:rPr lang="en-GB" dirty="0"/>
              <a:t>Chart title appears here</a:t>
            </a:r>
          </a:p>
        </p:txBody>
      </p:sp>
      <p:sp>
        <p:nvSpPr>
          <p:cNvPr id="107" name="Chart Placeholder 16"/>
          <p:cNvSpPr>
            <a:spLocks noGrp="1"/>
          </p:cNvSpPr>
          <p:nvPr>
            <p:ph type="chart" sz="quarter" idx="59"/>
          </p:nvPr>
        </p:nvSpPr>
        <p:spPr>
          <a:xfrm>
            <a:off x="6215063" y="4456229"/>
            <a:ext cx="5464175" cy="1623641"/>
          </a:xfrm>
        </p:spPr>
        <p:txBody>
          <a:bodyPr>
            <a:normAutofit/>
          </a:bodyPr>
          <a:lstStyle>
            <a:lvl1pPr>
              <a:defRPr sz="1400">
                <a:solidFill>
                  <a:schemeClr val="tx1"/>
                </a:solidFill>
                <a:latin typeface="+mn-lt"/>
              </a:defRPr>
            </a:lvl1pPr>
          </a:lstStyle>
          <a:p>
            <a:r>
              <a:rPr lang="en-GB"/>
              <a:t>Click icon to add chart</a:t>
            </a:r>
            <a:endParaRPr lang="en-GB" dirty="0"/>
          </a:p>
        </p:txBody>
      </p:sp>
      <p:sp>
        <p:nvSpPr>
          <p:cNvPr id="110" name="Content Placeholder 51"/>
          <p:cNvSpPr>
            <a:spLocks noGrp="1"/>
          </p:cNvSpPr>
          <p:nvPr>
            <p:ph sz="quarter" idx="61" hasCustomPrompt="1"/>
          </p:nvPr>
        </p:nvSpPr>
        <p:spPr>
          <a:xfrm>
            <a:off x="6215063" y="1780690"/>
            <a:ext cx="5464175" cy="234616"/>
          </a:xfrm>
        </p:spPr>
        <p:txBody>
          <a:bodyPr vert="horz" wrap="square" lIns="0" tIns="0" rIns="0" bIns="0" rtlCol="0">
            <a:spAutoFit/>
          </a:bodyPr>
          <a:lstStyle>
            <a:lvl1pPr>
              <a:lnSpc>
                <a:spcPct val="100000"/>
              </a:lnSpc>
              <a:defRPr lang="nl-NL" sz="1400" kern="1200" cap="none" baseline="0" dirty="0">
                <a:solidFill>
                  <a:schemeClr val="tx1"/>
                </a:solidFill>
                <a:latin typeface="ShellHeavy" panose="00000700000000000000" pitchFamily="2" charset="0"/>
                <a:ea typeface="+mn-ea"/>
                <a:cs typeface="+mn-cs"/>
              </a:defRPr>
            </a:lvl1pPr>
          </a:lstStyle>
          <a:p>
            <a:pPr marL="0" lvl="0" indent="0" algn="l" defTabSz="1219170" rtl="0" eaLnBrk="1" latinLnBrk="0" hangingPunct="1">
              <a:lnSpc>
                <a:spcPct val="119000"/>
              </a:lnSpc>
              <a:spcBef>
                <a:spcPts val="0"/>
              </a:spcBef>
              <a:spcAft>
                <a:spcPts val="0"/>
              </a:spcAft>
              <a:buClr>
                <a:srgbClr val="F7D117"/>
              </a:buClr>
              <a:buSzPct val="120000"/>
              <a:buFont typeface="Wingdings" pitchFamily="2" charset="2"/>
              <a:buNone/>
            </a:pPr>
            <a:r>
              <a:rPr lang="en-GB" dirty="0"/>
              <a:t>Chart title appears here</a:t>
            </a:r>
          </a:p>
        </p:txBody>
      </p:sp>
      <p:sp>
        <p:nvSpPr>
          <p:cNvPr id="112" name="Chart Placeholder 16"/>
          <p:cNvSpPr>
            <a:spLocks noGrp="1"/>
          </p:cNvSpPr>
          <p:nvPr>
            <p:ph type="chart" sz="quarter" idx="62"/>
          </p:nvPr>
        </p:nvSpPr>
        <p:spPr>
          <a:xfrm>
            <a:off x="6215063" y="2120382"/>
            <a:ext cx="5464175" cy="1623641"/>
          </a:xfrm>
        </p:spPr>
        <p:txBody>
          <a:bodyPr>
            <a:normAutofit/>
          </a:bodyPr>
          <a:lstStyle>
            <a:lvl1pPr>
              <a:defRPr sz="1400">
                <a:solidFill>
                  <a:schemeClr val="tx1"/>
                </a:solidFill>
                <a:latin typeface="+mn-lt"/>
              </a:defRPr>
            </a:lvl1pPr>
          </a:lstStyle>
          <a:p>
            <a:r>
              <a:rPr lang="en-GB"/>
              <a:t>Click icon to add chart</a:t>
            </a:r>
            <a:endParaRPr lang="en-GB" dirty="0"/>
          </a:p>
        </p:txBody>
      </p:sp>
      <p:sp>
        <p:nvSpPr>
          <p:cNvPr id="29"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r>
              <a:rPr lang="en-GB" noProof="1"/>
              <a:t>October 2025</a:t>
            </a:r>
          </a:p>
        </p:txBody>
      </p:sp>
      <p:sp>
        <p:nvSpPr>
          <p:cNvPr id="36"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38"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tx1"/>
                </a:solidFill>
                <a:latin typeface="+mn-lt"/>
                <a:cs typeface="Arial" pitchFamily="34" charset="0"/>
              </a:defRPr>
            </a:lvl1pPr>
          </a:lstStyle>
          <a:p>
            <a:pPr>
              <a:defRPr/>
            </a:pPr>
            <a:r>
              <a:rPr lang="en-GB" noProof="1"/>
              <a:t> </a:t>
            </a:r>
          </a:p>
        </p:txBody>
      </p:sp>
      <p:sp>
        <p:nvSpPr>
          <p:cNvPr id="2" name="TextBox 1" descr="CONFIDENTIAL_TAG_0xFFEE">
            <a:extLst>
              <a:ext uri="{FF2B5EF4-FFF2-40B4-BE49-F238E27FC236}">
                <a16:creationId xmlns:a16="http://schemas.microsoft.com/office/drawing/2014/main" id="{BD3510C4-EF79-5284-F16F-8994C60C14EB}"/>
              </a:ext>
            </a:extLst>
          </p:cNvPr>
          <p:cNvSpPr txBox="1"/>
          <p:nvPr userDrawn="1"/>
        </p:nvSpPr>
        <p:spPr>
          <a:xfrm>
            <a:off x="8457822" y="6481427"/>
            <a:ext cx="1079500" cy="169277"/>
          </a:xfrm>
          <a:prstGeom prst="rect">
            <a:avLst/>
          </a:prstGeom>
          <a:noFill/>
          <a:ln>
            <a:noFill/>
          </a:ln>
          <a:effectLst>
            <a:glow>
              <a:srgbClr val="000000"/>
            </a:glow>
          </a:effectLst>
        </p:spPr>
        <p:txBody>
          <a:bodyPr vert="horz" wrap="square" lIns="0" tIns="0" rIns="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chemeClr val="accent2"/>
                </a:solidFill>
                <a:effectLst/>
                <a:uLnTx/>
                <a:uFillTx/>
                <a:latin typeface="ShellMedium" panose="00000600000000000000" pitchFamily="50" charset="0"/>
                <a:ea typeface="+mn-ea"/>
                <a:cs typeface="+mn-cs"/>
              </a:rPr>
              <a:t>INTERNAL</a:t>
            </a:r>
            <a:endParaRPr kumimoji="0" lang="en-GB" sz="800" b="0" i="0" u="none" strike="noStrike" kern="1200" cap="none" spc="0" normalizeH="0" baseline="0" noProof="0" dirty="0">
              <a:ln>
                <a:noFill/>
              </a:ln>
              <a:solidFill>
                <a:schemeClr val="accent2"/>
              </a:solidFill>
              <a:effectLst/>
              <a:uLnTx/>
              <a:uFillTx/>
              <a:latin typeface="ShellMedium" panose="00000600000000000000" pitchFamily="50" charset="0"/>
              <a:ea typeface="+mn-ea"/>
              <a:cs typeface="+mn-cs"/>
            </a:endParaRPr>
          </a:p>
        </p:txBody>
      </p:sp>
    </p:spTree>
  </p:cSld>
  <p:clrMapOvr>
    <a:masterClrMapping/>
  </p:clrMapOvr>
  <p:transition/>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 Graphs and Text">
    <p:spTree>
      <p:nvGrpSpPr>
        <p:cNvPr id="1" name=""/>
        <p:cNvGrpSpPr/>
        <p:nvPr/>
      </p:nvGrpSpPr>
      <p:grpSpPr>
        <a:xfrm>
          <a:off x="0" y="0"/>
          <a:ext cx="0" cy="0"/>
          <a:chOff x="0" y="0"/>
          <a:chExt cx="0" cy="0"/>
        </a:xfrm>
      </p:grpSpPr>
      <p:sp>
        <p:nvSpPr>
          <p:cNvPr id="67" name="Content Placeholder 51"/>
          <p:cNvSpPr>
            <a:spLocks noGrp="1"/>
          </p:cNvSpPr>
          <p:nvPr>
            <p:ph sz="quarter" idx="29" hasCustomPrompt="1"/>
          </p:nvPr>
        </p:nvSpPr>
        <p:spPr>
          <a:xfrm>
            <a:off x="509312" y="6201069"/>
            <a:ext cx="5543051" cy="158455"/>
          </a:xfrm>
        </p:spPr>
        <p:txBody>
          <a:bodyPr wrap="square">
            <a:noAutofit/>
          </a:bodyPr>
          <a:lstStyle>
            <a:lvl1pPr>
              <a:defRPr sz="900" cap="none" baseline="0">
                <a:solidFill>
                  <a:schemeClr val="tx1"/>
                </a:solidFill>
                <a:latin typeface="+mn-lt"/>
              </a:defRPr>
            </a:lvl1pPr>
          </a:lstStyle>
          <a:p>
            <a:pPr lvl="0"/>
            <a:r>
              <a:rPr lang="en-GB" dirty="0"/>
              <a:t>Click to edit source</a:t>
            </a:r>
          </a:p>
        </p:txBody>
      </p:sp>
      <p:sp>
        <p:nvSpPr>
          <p:cNvPr id="32" name="Rectangle 2"/>
          <p:cNvSpPr>
            <a:spLocks noGrp="1" noChangeArrowheads="1"/>
          </p:cNvSpPr>
          <p:nvPr>
            <p:ph type="title"/>
          </p:nvPr>
        </p:nvSpPr>
        <p:spPr bwMode="auto">
          <a:xfrm>
            <a:off x="508000" y="712800"/>
            <a:ext cx="11171237" cy="752475"/>
          </a:xfrm>
          <a:prstGeom prst="rect">
            <a:avLst/>
          </a:prstGeom>
          <a:noFill/>
          <a:ln w="9525" algn="ctr">
            <a:noFill/>
            <a:miter lim="800000"/>
            <a:headEnd/>
            <a:tailEnd/>
          </a:ln>
        </p:spPr>
        <p:txBody>
          <a:bodyPr vert="horz" wrap="square" lIns="0" tIns="0" rIns="0" bIns="0" numCol="1" anchor="t" anchorCtr="0" compatLnSpc="1">
            <a:prstTxWarp prst="textNoShape">
              <a:avLst/>
            </a:prstTxWarp>
          </a:bodyPr>
          <a:lstStyle>
            <a:lvl1pPr>
              <a:defRPr lang="en-GB" noProof="0" dirty="0" smtClean="0">
                <a:latin typeface="+mj-lt"/>
              </a:defRPr>
            </a:lvl1pPr>
          </a:lstStyle>
          <a:p>
            <a:pPr lvl="0"/>
            <a:r>
              <a:rPr lang="en-GB" noProof="0"/>
              <a:t>Click to edit Master title style</a:t>
            </a:r>
            <a:endParaRPr lang="en-GB" noProof="0" dirty="0"/>
          </a:p>
        </p:txBody>
      </p:sp>
      <p:sp>
        <p:nvSpPr>
          <p:cNvPr id="40" name="Content Placeholder 51"/>
          <p:cNvSpPr>
            <a:spLocks noGrp="1"/>
          </p:cNvSpPr>
          <p:nvPr>
            <p:ph sz="quarter" idx="46" hasCustomPrompt="1"/>
          </p:nvPr>
        </p:nvSpPr>
        <p:spPr>
          <a:xfrm>
            <a:off x="508000" y="4116538"/>
            <a:ext cx="5468938" cy="234616"/>
          </a:xfrm>
        </p:spPr>
        <p:txBody>
          <a:bodyPr vert="horz" wrap="square" lIns="0" tIns="0" rIns="0" bIns="0" rtlCol="0">
            <a:spAutoFit/>
          </a:bodyPr>
          <a:lstStyle>
            <a:lvl1pPr>
              <a:lnSpc>
                <a:spcPct val="100000"/>
              </a:lnSpc>
              <a:defRPr lang="nl-NL" sz="1400" kern="1200" cap="none" baseline="0" dirty="0">
                <a:solidFill>
                  <a:schemeClr val="tx1"/>
                </a:solidFill>
                <a:latin typeface="ShellHeavy" panose="00000700000000000000" pitchFamily="2" charset="0"/>
                <a:ea typeface="+mn-ea"/>
                <a:cs typeface="+mn-cs"/>
              </a:defRPr>
            </a:lvl1pPr>
          </a:lstStyle>
          <a:p>
            <a:pPr marL="0" lvl="0" indent="0" algn="l" defTabSz="1219170" rtl="0" eaLnBrk="1" latinLnBrk="0" hangingPunct="1">
              <a:lnSpc>
                <a:spcPct val="119000"/>
              </a:lnSpc>
              <a:spcBef>
                <a:spcPts val="0"/>
              </a:spcBef>
              <a:spcAft>
                <a:spcPts val="0"/>
              </a:spcAft>
              <a:buClr>
                <a:srgbClr val="F7D117"/>
              </a:buClr>
              <a:buSzPct val="120000"/>
              <a:buFont typeface="Wingdings" pitchFamily="2" charset="2"/>
              <a:buNone/>
            </a:pPr>
            <a:r>
              <a:rPr lang="en-GB" dirty="0"/>
              <a:t>Subtitle appears here</a:t>
            </a:r>
          </a:p>
        </p:txBody>
      </p:sp>
      <p:sp>
        <p:nvSpPr>
          <p:cNvPr id="100" name="Content Placeholder 51"/>
          <p:cNvSpPr>
            <a:spLocks noGrp="1"/>
          </p:cNvSpPr>
          <p:nvPr>
            <p:ph sz="quarter" idx="55" hasCustomPrompt="1"/>
          </p:nvPr>
        </p:nvSpPr>
        <p:spPr>
          <a:xfrm>
            <a:off x="508000" y="1780690"/>
            <a:ext cx="5468938" cy="234616"/>
          </a:xfrm>
        </p:spPr>
        <p:txBody>
          <a:bodyPr vert="horz" wrap="square" lIns="0" tIns="0" rIns="0" bIns="0" rtlCol="0">
            <a:spAutoFit/>
          </a:bodyPr>
          <a:lstStyle>
            <a:lvl1pPr>
              <a:lnSpc>
                <a:spcPct val="100000"/>
              </a:lnSpc>
              <a:defRPr lang="nl-NL" sz="1400" kern="1200" cap="none" baseline="0" dirty="0">
                <a:solidFill>
                  <a:schemeClr val="tx1"/>
                </a:solidFill>
                <a:latin typeface="ShellHeavy" panose="00000700000000000000" pitchFamily="2" charset="0"/>
                <a:ea typeface="+mn-ea"/>
                <a:cs typeface="+mn-cs"/>
              </a:defRPr>
            </a:lvl1pPr>
          </a:lstStyle>
          <a:p>
            <a:pPr marL="0" lvl="0" indent="0" algn="l" defTabSz="1219170" rtl="0" eaLnBrk="1" latinLnBrk="0" hangingPunct="1">
              <a:lnSpc>
                <a:spcPct val="119000"/>
              </a:lnSpc>
              <a:spcBef>
                <a:spcPts val="0"/>
              </a:spcBef>
              <a:spcAft>
                <a:spcPts val="0"/>
              </a:spcAft>
              <a:buClr>
                <a:srgbClr val="F7D117"/>
              </a:buClr>
              <a:buSzPct val="120000"/>
              <a:buFont typeface="Wingdings" pitchFamily="2" charset="2"/>
              <a:buNone/>
            </a:pPr>
            <a:r>
              <a:rPr lang="en-GB" dirty="0"/>
              <a:t>Chart title appears here</a:t>
            </a:r>
          </a:p>
        </p:txBody>
      </p:sp>
      <p:sp>
        <p:nvSpPr>
          <p:cNvPr id="102" name="Chart Placeholder 16"/>
          <p:cNvSpPr>
            <a:spLocks noGrp="1"/>
          </p:cNvSpPr>
          <p:nvPr>
            <p:ph type="chart" sz="quarter" idx="56"/>
          </p:nvPr>
        </p:nvSpPr>
        <p:spPr>
          <a:xfrm>
            <a:off x="508000" y="2120382"/>
            <a:ext cx="5468938" cy="1623641"/>
          </a:xfrm>
        </p:spPr>
        <p:txBody>
          <a:bodyPr>
            <a:normAutofit/>
          </a:bodyPr>
          <a:lstStyle>
            <a:lvl1pPr>
              <a:defRPr sz="1400">
                <a:solidFill>
                  <a:schemeClr val="tx1"/>
                </a:solidFill>
                <a:latin typeface="+mn-lt"/>
              </a:defRPr>
            </a:lvl1pPr>
          </a:lstStyle>
          <a:p>
            <a:r>
              <a:rPr lang="en-GB"/>
              <a:t>Click icon to add chart</a:t>
            </a:r>
            <a:endParaRPr lang="en-GB" dirty="0"/>
          </a:p>
        </p:txBody>
      </p:sp>
      <p:sp>
        <p:nvSpPr>
          <p:cNvPr id="105" name="Content Placeholder 51"/>
          <p:cNvSpPr>
            <a:spLocks noGrp="1"/>
          </p:cNvSpPr>
          <p:nvPr>
            <p:ph sz="quarter" idx="58" hasCustomPrompt="1"/>
          </p:nvPr>
        </p:nvSpPr>
        <p:spPr>
          <a:xfrm>
            <a:off x="6215063" y="4116538"/>
            <a:ext cx="5464175" cy="234616"/>
          </a:xfrm>
        </p:spPr>
        <p:txBody>
          <a:bodyPr vert="horz" wrap="square" lIns="0" tIns="0" rIns="0" bIns="0" rtlCol="0">
            <a:spAutoFit/>
          </a:bodyPr>
          <a:lstStyle>
            <a:lvl1pPr marL="0" indent="0" algn="l" defTabSz="1219170" rtl="0" eaLnBrk="1" latinLnBrk="0" hangingPunct="1">
              <a:lnSpc>
                <a:spcPct val="119000"/>
              </a:lnSpc>
              <a:spcBef>
                <a:spcPts val="0"/>
              </a:spcBef>
              <a:spcAft>
                <a:spcPts val="0"/>
              </a:spcAft>
              <a:buClr>
                <a:srgbClr val="F7D117"/>
              </a:buClr>
              <a:buSzPct val="120000"/>
              <a:buFont typeface="Wingdings" pitchFamily="2" charset="2"/>
              <a:buNone/>
              <a:defRPr lang="nl-NL" sz="1400" kern="1200" cap="none" baseline="0" dirty="0">
                <a:solidFill>
                  <a:schemeClr val="tx1"/>
                </a:solidFill>
                <a:latin typeface="ShellHeavy" panose="00000700000000000000" pitchFamily="2" charset="0"/>
                <a:ea typeface="+mn-ea"/>
                <a:cs typeface="+mn-cs"/>
              </a:defRPr>
            </a:lvl1pPr>
          </a:lstStyle>
          <a:p>
            <a:pPr marL="0" lvl="0" indent="0" algn="l" defTabSz="1219170" rtl="0" eaLnBrk="1" latinLnBrk="0" hangingPunct="1">
              <a:lnSpc>
                <a:spcPct val="119000"/>
              </a:lnSpc>
              <a:spcBef>
                <a:spcPts val="0"/>
              </a:spcBef>
              <a:spcAft>
                <a:spcPts val="0"/>
              </a:spcAft>
              <a:buClr>
                <a:srgbClr val="F7D117"/>
              </a:buClr>
              <a:buSzPct val="120000"/>
              <a:buFont typeface="Wingdings" pitchFamily="2" charset="2"/>
              <a:buNone/>
            </a:pPr>
            <a:r>
              <a:rPr lang="en-GB" dirty="0"/>
              <a:t>Subtitle appears here</a:t>
            </a:r>
          </a:p>
        </p:txBody>
      </p:sp>
      <p:sp>
        <p:nvSpPr>
          <p:cNvPr id="110" name="Content Placeholder 51"/>
          <p:cNvSpPr>
            <a:spLocks noGrp="1"/>
          </p:cNvSpPr>
          <p:nvPr>
            <p:ph sz="quarter" idx="61" hasCustomPrompt="1"/>
          </p:nvPr>
        </p:nvSpPr>
        <p:spPr>
          <a:xfrm>
            <a:off x="6215063" y="1780690"/>
            <a:ext cx="5464175" cy="234616"/>
          </a:xfrm>
        </p:spPr>
        <p:txBody>
          <a:bodyPr vert="horz" wrap="square" lIns="0" tIns="0" rIns="0" bIns="0" rtlCol="0">
            <a:spAutoFit/>
          </a:bodyPr>
          <a:lstStyle>
            <a:lvl1pPr>
              <a:lnSpc>
                <a:spcPct val="100000"/>
              </a:lnSpc>
              <a:defRPr lang="nl-NL" sz="1400" kern="1200" cap="none" baseline="0" dirty="0">
                <a:solidFill>
                  <a:schemeClr val="tx1"/>
                </a:solidFill>
                <a:latin typeface="ShellHeavy" panose="00000700000000000000" pitchFamily="2" charset="0"/>
                <a:ea typeface="+mn-ea"/>
                <a:cs typeface="+mn-cs"/>
              </a:defRPr>
            </a:lvl1pPr>
          </a:lstStyle>
          <a:p>
            <a:pPr marL="0" lvl="0" indent="0" algn="l" defTabSz="1219170" rtl="0" eaLnBrk="1" latinLnBrk="0" hangingPunct="1">
              <a:lnSpc>
                <a:spcPct val="119000"/>
              </a:lnSpc>
              <a:spcBef>
                <a:spcPts val="0"/>
              </a:spcBef>
              <a:spcAft>
                <a:spcPts val="0"/>
              </a:spcAft>
              <a:buClr>
                <a:srgbClr val="F7D117"/>
              </a:buClr>
              <a:buSzPct val="120000"/>
              <a:buFont typeface="Wingdings" pitchFamily="2" charset="2"/>
              <a:buNone/>
            </a:pPr>
            <a:r>
              <a:rPr lang="en-GB" dirty="0"/>
              <a:t>Chart title appears here</a:t>
            </a:r>
          </a:p>
        </p:txBody>
      </p:sp>
      <p:sp>
        <p:nvSpPr>
          <p:cNvPr id="112" name="Chart Placeholder 16"/>
          <p:cNvSpPr>
            <a:spLocks noGrp="1"/>
          </p:cNvSpPr>
          <p:nvPr>
            <p:ph type="chart" sz="quarter" idx="62"/>
          </p:nvPr>
        </p:nvSpPr>
        <p:spPr>
          <a:xfrm>
            <a:off x="6215063" y="2120382"/>
            <a:ext cx="5464175" cy="1623641"/>
          </a:xfrm>
        </p:spPr>
        <p:txBody>
          <a:bodyPr>
            <a:normAutofit/>
          </a:bodyPr>
          <a:lstStyle>
            <a:lvl1pPr>
              <a:defRPr sz="1400">
                <a:solidFill>
                  <a:schemeClr val="tx1"/>
                </a:solidFill>
                <a:latin typeface="+mn-lt"/>
              </a:defRPr>
            </a:lvl1pPr>
          </a:lstStyle>
          <a:p>
            <a:r>
              <a:rPr lang="en-GB"/>
              <a:t>Click icon to add chart</a:t>
            </a:r>
            <a:endParaRPr lang="en-GB" dirty="0"/>
          </a:p>
        </p:txBody>
      </p:sp>
      <p:sp>
        <p:nvSpPr>
          <p:cNvPr id="29"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r>
              <a:rPr lang="en-GB" noProof="1"/>
              <a:t>October 2025</a:t>
            </a:r>
          </a:p>
        </p:txBody>
      </p:sp>
      <p:sp>
        <p:nvSpPr>
          <p:cNvPr id="36"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38"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tx1"/>
                </a:solidFill>
                <a:latin typeface="+mn-lt"/>
                <a:cs typeface="Arial" pitchFamily="34" charset="0"/>
              </a:defRPr>
            </a:lvl1pPr>
          </a:lstStyle>
          <a:p>
            <a:pPr>
              <a:defRPr/>
            </a:pPr>
            <a:r>
              <a:rPr lang="en-GB" noProof="1"/>
              <a:t> </a:t>
            </a:r>
          </a:p>
        </p:txBody>
      </p:sp>
      <p:sp>
        <p:nvSpPr>
          <p:cNvPr id="19" name="Content Placeholder 9"/>
          <p:cNvSpPr>
            <a:spLocks noGrp="1"/>
          </p:cNvSpPr>
          <p:nvPr>
            <p:ph sz="quarter" idx="11"/>
          </p:nvPr>
        </p:nvSpPr>
        <p:spPr>
          <a:xfrm>
            <a:off x="509312" y="4510882"/>
            <a:ext cx="5467626" cy="1568988"/>
          </a:xfrm>
        </p:spPr>
        <p:txBody>
          <a:bodyPr/>
          <a:lstStyle>
            <a:lvl1pPr marL="0" indent="0" defTabSz="357708">
              <a:lnSpc>
                <a:spcPct val="140000"/>
              </a:lnSpc>
              <a:spcBef>
                <a:spcPts val="0"/>
              </a:spcBef>
              <a:defRPr sz="1400"/>
            </a:lvl1pPr>
            <a:lvl2pPr marL="230400" indent="-230400" defTabSz="357708">
              <a:lnSpc>
                <a:spcPct val="140000"/>
              </a:lnSpc>
              <a:spcBef>
                <a:spcPts val="0"/>
              </a:spcBef>
              <a:defRPr sz="1400"/>
            </a:lvl2pPr>
            <a:lvl3pPr marL="459000" indent="-228600" defTabSz="357708">
              <a:lnSpc>
                <a:spcPct val="140000"/>
              </a:lnSpc>
              <a:spcBef>
                <a:spcPts val="0"/>
              </a:spcBef>
              <a:buClr>
                <a:schemeClr val="accent2"/>
              </a:buClr>
              <a:buSzPct val="100000"/>
              <a:buFont typeface="Wingdings" panose="05000000000000000000" pitchFamily="2" charset="2"/>
              <a:buChar char=""/>
              <a:defRPr sz="1400"/>
            </a:lvl3pPr>
            <a:lvl4pPr marL="687600" indent="-228600" defTabSz="357708">
              <a:lnSpc>
                <a:spcPct val="140000"/>
              </a:lnSpc>
              <a:spcBef>
                <a:spcPts val="0"/>
              </a:spcBef>
              <a:buClr>
                <a:schemeClr val="tx1"/>
              </a:buClr>
              <a:buSzPct val="100000"/>
              <a:buFont typeface="Wingdings" panose="05000000000000000000" pitchFamily="2" charset="2"/>
              <a:buChar char=""/>
              <a:defRPr sz="1200"/>
            </a:lvl4pPr>
            <a:lvl5pPr marL="890800" indent="-203200" defTabSz="357708">
              <a:lnSpc>
                <a:spcPct val="140000"/>
              </a:lnSpc>
              <a:spcBef>
                <a:spcPts val="0"/>
              </a:spcBef>
              <a:buClr>
                <a:schemeClr val="tx1"/>
              </a:buClr>
              <a:buSzPct val="100000"/>
              <a:buFont typeface="Wingdings" panose="05000000000000000000" pitchFamily="2" charset="2"/>
              <a:buChar char=""/>
              <a:defRPr sz="1100"/>
            </a:lvl5pPr>
            <a:lvl6pPr marL="1043200" indent="-152400" defTabSz="357708">
              <a:lnSpc>
                <a:spcPct val="140000"/>
              </a:lnSpc>
              <a:buClr>
                <a:schemeClr val="tx1"/>
              </a:buClr>
              <a:buSzPct val="100000"/>
              <a:buFont typeface="Wingdings" panose="05000000000000000000" pitchFamily="2" charset="2"/>
              <a:buChar char=""/>
              <a:defRPr sz="105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20" name="Content Placeholder 9"/>
          <p:cNvSpPr>
            <a:spLocks noGrp="1"/>
          </p:cNvSpPr>
          <p:nvPr>
            <p:ph sz="quarter" idx="63"/>
          </p:nvPr>
        </p:nvSpPr>
        <p:spPr>
          <a:xfrm>
            <a:off x="6215063" y="4510882"/>
            <a:ext cx="5467626" cy="1568988"/>
          </a:xfrm>
        </p:spPr>
        <p:txBody>
          <a:bodyPr/>
          <a:lstStyle>
            <a:lvl1pPr marL="0" indent="0" defTabSz="357708">
              <a:lnSpc>
                <a:spcPct val="140000"/>
              </a:lnSpc>
              <a:spcBef>
                <a:spcPts val="0"/>
              </a:spcBef>
              <a:defRPr sz="1400"/>
            </a:lvl1pPr>
            <a:lvl2pPr marL="230400" indent="-230400" defTabSz="357708">
              <a:lnSpc>
                <a:spcPct val="140000"/>
              </a:lnSpc>
              <a:spcBef>
                <a:spcPts val="0"/>
              </a:spcBef>
              <a:defRPr sz="1400"/>
            </a:lvl2pPr>
            <a:lvl3pPr marL="459000" indent="-228600" defTabSz="357708">
              <a:lnSpc>
                <a:spcPct val="140000"/>
              </a:lnSpc>
              <a:spcBef>
                <a:spcPts val="0"/>
              </a:spcBef>
              <a:buClr>
                <a:schemeClr val="accent2"/>
              </a:buClr>
              <a:buSzPct val="100000"/>
              <a:buFont typeface="Wingdings" panose="05000000000000000000" pitchFamily="2" charset="2"/>
              <a:buChar char=""/>
              <a:defRPr sz="1400"/>
            </a:lvl3pPr>
            <a:lvl4pPr marL="687600" indent="-228600" defTabSz="357708">
              <a:lnSpc>
                <a:spcPct val="140000"/>
              </a:lnSpc>
              <a:spcBef>
                <a:spcPts val="0"/>
              </a:spcBef>
              <a:buClr>
                <a:schemeClr val="tx1"/>
              </a:buClr>
              <a:buSzPct val="100000"/>
              <a:buFont typeface="Wingdings" panose="05000000000000000000" pitchFamily="2" charset="2"/>
              <a:buChar char=""/>
              <a:defRPr sz="1200"/>
            </a:lvl4pPr>
            <a:lvl5pPr marL="890800" indent="-203200" defTabSz="357708">
              <a:lnSpc>
                <a:spcPct val="140000"/>
              </a:lnSpc>
              <a:spcBef>
                <a:spcPts val="0"/>
              </a:spcBef>
              <a:buClr>
                <a:schemeClr val="tx1"/>
              </a:buClr>
              <a:buSzPct val="100000"/>
              <a:buFont typeface="Wingdings" panose="05000000000000000000" pitchFamily="2" charset="2"/>
              <a:buChar char=""/>
              <a:defRPr sz="1100"/>
            </a:lvl5pPr>
            <a:lvl6pPr marL="1043200" indent="-152400" defTabSz="357708">
              <a:lnSpc>
                <a:spcPct val="140000"/>
              </a:lnSpc>
              <a:buClr>
                <a:schemeClr val="tx1"/>
              </a:buClr>
              <a:buSzPct val="100000"/>
              <a:buFont typeface="Wingdings" panose="05000000000000000000" pitchFamily="2" charset="2"/>
              <a:buChar char=""/>
              <a:defRPr sz="105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2" name="TextBox 1" descr="CONFIDENTIAL_TAG_0xFFEE">
            <a:extLst>
              <a:ext uri="{FF2B5EF4-FFF2-40B4-BE49-F238E27FC236}">
                <a16:creationId xmlns:a16="http://schemas.microsoft.com/office/drawing/2014/main" id="{983B5217-FED7-B52A-C1C6-DE4EA17EC3C8}"/>
              </a:ext>
            </a:extLst>
          </p:cNvPr>
          <p:cNvSpPr txBox="1"/>
          <p:nvPr userDrawn="1"/>
        </p:nvSpPr>
        <p:spPr>
          <a:xfrm>
            <a:off x="8457822" y="6481427"/>
            <a:ext cx="1079500" cy="169277"/>
          </a:xfrm>
          <a:prstGeom prst="rect">
            <a:avLst/>
          </a:prstGeom>
          <a:noFill/>
          <a:ln>
            <a:noFill/>
          </a:ln>
          <a:effectLst>
            <a:glow>
              <a:srgbClr val="000000"/>
            </a:glow>
          </a:effectLst>
        </p:spPr>
        <p:txBody>
          <a:bodyPr vert="horz" wrap="square" lIns="0" tIns="0" rIns="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chemeClr val="accent2"/>
                </a:solidFill>
                <a:effectLst/>
                <a:uLnTx/>
                <a:uFillTx/>
                <a:latin typeface="ShellMedium" panose="00000600000000000000" pitchFamily="50" charset="0"/>
                <a:ea typeface="+mn-ea"/>
                <a:cs typeface="+mn-cs"/>
              </a:rPr>
              <a:t>INTERNAL</a:t>
            </a:r>
            <a:endParaRPr kumimoji="0" lang="en-GB" sz="800" b="0" i="0" u="none" strike="noStrike" kern="1200" cap="none" spc="0" normalizeH="0" baseline="0" noProof="0" dirty="0">
              <a:ln>
                <a:noFill/>
              </a:ln>
              <a:solidFill>
                <a:schemeClr val="accent2"/>
              </a:solidFill>
              <a:effectLst/>
              <a:uLnTx/>
              <a:uFillTx/>
              <a:latin typeface="ShellMedium" panose="00000600000000000000" pitchFamily="50" charset="0"/>
              <a:ea typeface="+mn-ea"/>
              <a:cs typeface="+mn-cs"/>
            </a:endParaRPr>
          </a:p>
        </p:txBody>
      </p:sp>
    </p:spTree>
    <p:extLst>
      <p:ext uri="{BB962C8B-B14F-4D97-AF65-F5344CB8AC3E}">
        <p14:creationId xmlns:p14="http://schemas.microsoft.com/office/powerpoint/2010/main" val="1380717710"/>
      </p:ext>
    </p:extLst>
  </p:cSld>
  <p:clrMapOvr>
    <a:masterClrMapping/>
  </p:clrMapOvr>
  <p:transition/>
  <p:hf hd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 Graphs and Text">
    <p:spTree>
      <p:nvGrpSpPr>
        <p:cNvPr id="1" name=""/>
        <p:cNvGrpSpPr/>
        <p:nvPr/>
      </p:nvGrpSpPr>
      <p:grpSpPr>
        <a:xfrm>
          <a:off x="0" y="0"/>
          <a:ext cx="0" cy="0"/>
          <a:chOff x="0" y="0"/>
          <a:chExt cx="0" cy="0"/>
        </a:xfrm>
      </p:grpSpPr>
      <p:sp>
        <p:nvSpPr>
          <p:cNvPr id="67" name="Content Placeholder 51"/>
          <p:cNvSpPr>
            <a:spLocks noGrp="1"/>
          </p:cNvSpPr>
          <p:nvPr>
            <p:ph sz="quarter" idx="29" hasCustomPrompt="1"/>
          </p:nvPr>
        </p:nvSpPr>
        <p:spPr>
          <a:xfrm>
            <a:off x="509312" y="6201069"/>
            <a:ext cx="5543051" cy="158455"/>
          </a:xfrm>
        </p:spPr>
        <p:txBody>
          <a:bodyPr wrap="square">
            <a:noAutofit/>
          </a:bodyPr>
          <a:lstStyle>
            <a:lvl1pPr>
              <a:defRPr sz="900" cap="none" baseline="0">
                <a:solidFill>
                  <a:schemeClr val="tx1"/>
                </a:solidFill>
                <a:latin typeface="+mn-lt"/>
              </a:defRPr>
            </a:lvl1pPr>
          </a:lstStyle>
          <a:p>
            <a:pPr lvl="0"/>
            <a:r>
              <a:rPr lang="en-GB" dirty="0"/>
              <a:t>Click to edit source</a:t>
            </a:r>
          </a:p>
        </p:txBody>
      </p:sp>
      <p:sp>
        <p:nvSpPr>
          <p:cNvPr id="32" name="Rectangle 2"/>
          <p:cNvSpPr>
            <a:spLocks noGrp="1" noChangeArrowheads="1"/>
          </p:cNvSpPr>
          <p:nvPr>
            <p:ph type="title"/>
          </p:nvPr>
        </p:nvSpPr>
        <p:spPr bwMode="auto">
          <a:xfrm>
            <a:off x="508000" y="712800"/>
            <a:ext cx="11171237" cy="752475"/>
          </a:xfrm>
          <a:prstGeom prst="rect">
            <a:avLst/>
          </a:prstGeom>
          <a:noFill/>
          <a:ln w="9525" algn="ctr">
            <a:noFill/>
            <a:miter lim="800000"/>
            <a:headEnd/>
            <a:tailEnd/>
          </a:ln>
        </p:spPr>
        <p:txBody>
          <a:bodyPr vert="horz" wrap="square" lIns="0" tIns="0" rIns="0" bIns="0" numCol="1" anchor="t" anchorCtr="0" compatLnSpc="1">
            <a:prstTxWarp prst="textNoShape">
              <a:avLst/>
            </a:prstTxWarp>
          </a:bodyPr>
          <a:lstStyle>
            <a:lvl1pPr>
              <a:defRPr lang="en-GB" noProof="0" dirty="0" smtClean="0">
                <a:latin typeface="+mj-lt"/>
              </a:defRPr>
            </a:lvl1pPr>
          </a:lstStyle>
          <a:p>
            <a:pPr lvl="0"/>
            <a:r>
              <a:rPr lang="en-GB" noProof="0"/>
              <a:t>Click to edit Master title style</a:t>
            </a:r>
            <a:endParaRPr lang="en-GB" noProof="0" dirty="0"/>
          </a:p>
        </p:txBody>
      </p:sp>
      <p:sp>
        <p:nvSpPr>
          <p:cNvPr id="40" name="Content Placeholder 51"/>
          <p:cNvSpPr>
            <a:spLocks noGrp="1"/>
          </p:cNvSpPr>
          <p:nvPr>
            <p:ph sz="quarter" idx="46" hasCustomPrompt="1"/>
          </p:nvPr>
        </p:nvSpPr>
        <p:spPr>
          <a:xfrm>
            <a:off x="507999" y="4116538"/>
            <a:ext cx="2606675" cy="234616"/>
          </a:xfrm>
        </p:spPr>
        <p:txBody>
          <a:bodyPr vert="horz" wrap="square" lIns="0" tIns="0" rIns="0" bIns="0" rtlCol="0">
            <a:spAutoFit/>
          </a:bodyPr>
          <a:lstStyle>
            <a:lvl1pPr>
              <a:lnSpc>
                <a:spcPct val="100000"/>
              </a:lnSpc>
              <a:defRPr lang="nl-NL" sz="1400" kern="1200" cap="none" baseline="0" dirty="0">
                <a:solidFill>
                  <a:schemeClr val="tx1"/>
                </a:solidFill>
                <a:latin typeface="ShellHeavy" panose="00000700000000000000" pitchFamily="2" charset="0"/>
                <a:ea typeface="+mn-ea"/>
                <a:cs typeface="+mn-cs"/>
              </a:defRPr>
            </a:lvl1pPr>
          </a:lstStyle>
          <a:p>
            <a:pPr marL="0" lvl="0" indent="0" algn="l" defTabSz="1219170" rtl="0" eaLnBrk="1" latinLnBrk="0" hangingPunct="1">
              <a:lnSpc>
                <a:spcPct val="119000"/>
              </a:lnSpc>
              <a:spcBef>
                <a:spcPts val="0"/>
              </a:spcBef>
              <a:spcAft>
                <a:spcPts val="0"/>
              </a:spcAft>
              <a:buClr>
                <a:srgbClr val="F7D117"/>
              </a:buClr>
              <a:buSzPct val="120000"/>
              <a:buFont typeface="Wingdings" pitchFamily="2" charset="2"/>
              <a:buNone/>
            </a:pPr>
            <a:r>
              <a:rPr lang="en-GB" dirty="0"/>
              <a:t>Subtitle appears here</a:t>
            </a:r>
          </a:p>
        </p:txBody>
      </p:sp>
      <p:sp>
        <p:nvSpPr>
          <p:cNvPr id="100" name="Content Placeholder 51"/>
          <p:cNvSpPr>
            <a:spLocks noGrp="1"/>
          </p:cNvSpPr>
          <p:nvPr>
            <p:ph sz="quarter" idx="55" hasCustomPrompt="1"/>
          </p:nvPr>
        </p:nvSpPr>
        <p:spPr>
          <a:xfrm>
            <a:off x="507999" y="1780690"/>
            <a:ext cx="2606675" cy="234616"/>
          </a:xfrm>
        </p:spPr>
        <p:txBody>
          <a:bodyPr vert="horz" wrap="square" lIns="0" tIns="0" rIns="0" bIns="0" rtlCol="0">
            <a:spAutoFit/>
          </a:bodyPr>
          <a:lstStyle>
            <a:lvl1pPr>
              <a:lnSpc>
                <a:spcPct val="100000"/>
              </a:lnSpc>
              <a:defRPr lang="nl-NL" sz="1400" kern="1200" cap="none" baseline="0" dirty="0">
                <a:solidFill>
                  <a:schemeClr val="tx1"/>
                </a:solidFill>
                <a:latin typeface="ShellHeavy" panose="00000700000000000000" pitchFamily="2" charset="0"/>
                <a:ea typeface="+mn-ea"/>
                <a:cs typeface="+mn-cs"/>
              </a:defRPr>
            </a:lvl1pPr>
          </a:lstStyle>
          <a:p>
            <a:pPr marL="0" lvl="0" indent="0" algn="l" defTabSz="1219170" rtl="0" eaLnBrk="1" latinLnBrk="0" hangingPunct="1">
              <a:lnSpc>
                <a:spcPct val="119000"/>
              </a:lnSpc>
              <a:spcBef>
                <a:spcPts val="0"/>
              </a:spcBef>
              <a:spcAft>
                <a:spcPts val="0"/>
              </a:spcAft>
              <a:buClr>
                <a:srgbClr val="F7D117"/>
              </a:buClr>
              <a:buSzPct val="120000"/>
              <a:buFont typeface="Wingdings" pitchFamily="2" charset="2"/>
              <a:buNone/>
            </a:pPr>
            <a:r>
              <a:rPr lang="en-GB" dirty="0"/>
              <a:t>Chart title appears here</a:t>
            </a:r>
          </a:p>
        </p:txBody>
      </p:sp>
      <p:sp>
        <p:nvSpPr>
          <p:cNvPr id="102" name="Chart Placeholder 16"/>
          <p:cNvSpPr>
            <a:spLocks noGrp="1"/>
          </p:cNvSpPr>
          <p:nvPr>
            <p:ph type="chart" sz="quarter" idx="56"/>
          </p:nvPr>
        </p:nvSpPr>
        <p:spPr>
          <a:xfrm>
            <a:off x="507999" y="2120382"/>
            <a:ext cx="2606675" cy="1623641"/>
          </a:xfrm>
        </p:spPr>
        <p:txBody>
          <a:bodyPr>
            <a:normAutofit/>
          </a:bodyPr>
          <a:lstStyle>
            <a:lvl1pPr>
              <a:defRPr sz="1400">
                <a:solidFill>
                  <a:schemeClr val="tx1"/>
                </a:solidFill>
                <a:latin typeface="+mn-lt"/>
              </a:defRPr>
            </a:lvl1pPr>
          </a:lstStyle>
          <a:p>
            <a:r>
              <a:rPr lang="en-GB"/>
              <a:t>Click icon to add chart</a:t>
            </a:r>
            <a:endParaRPr lang="en-GB" dirty="0"/>
          </a:p>
        </p:txBody>
      </p:sp>
      <p:sp>
        <p:nvSpPr>
          <p:cNvPr id="105" name="Content Placeholder 51"/>
          <p:cNvSpPr>
            <a:spLocks noGrp="1"/>
          </p:cNvSpPr>
          <p:nvPr>
            <p:ph sz="quarter" idx="58" hasCustomPrompt="1"/>
          </p:nvPr>
        </p:nvSpPr>
        <p:spPr>
          <a:xfrm>
            <a:off x="6235536" y="4116538"/>
            <a:ext cx="2606400" cy="234616"/>
          </a:xfrm>
        </p:spPr>
        <p:txBody>
          <a:bodyPr vert="horz" wrap="square" lIns="0" tIns="0" rIns="0" bIns="0" rtlCol="0">
            <a:spAutoFit/>
          </a:bodyPr>
          <a:lstStyle>
            <a:lvl1pPr marL="0" indent="0" algn="l" defTabSz="1219170" rtl="0" eaLnBrk="1" latinLnBrk="0" hangingPunct="1">
              <a:lnSpc>
                <a:spcPct val="119000"/>
              </a:lnSpc>
              <a:spcBef>
                <a:spcPts val="0"/>
              </a:spcBef>
              <a:spcAft>
                <a:spcPts val="0"/>
              </a:spcAft>
              <a:buClr>
                <a:srgbClr val="F7D117"/>
              </a:buClr>
              <a:buSzPct val="120000"/>
              <a:buFont typeface="Wingdings" pitchFamily="2" charset="2"/>
              <a:buNone/>
              <a:defRPr lang="nl-NL" sz="1400" kern="1200" cap="none" baseline="0" dirty="0">
                <a:solidFill>
                  <a:schemeClr val="tx1"/>
                </a:solidFill>
                <a:latin typeface="ShellHeavy" panose="00000700000000000000" pitchFamily="2" charset="0"/>
                <a:ea typeface="+mn-ea"/>
                <a:cs typeface="+mn-cs"/>
              </a:defRPr>
            </a:lvl1pPr>
          </a:lstStyle>
          <a:p>
            <a:pPr marL="0" lvl="0" indent="0" algn="l" defTabSz="1219170" rtl="0" eaLnBrk="1" latinLnBrk="0" hangingPunct="1">
              <a:lnSpc>
                <a:spcPct val="119000"/>
              </a:lnSpc>
              <a:spcBef>
                <a:spcPts val="0"/>
              </a:spcBef>
              <a:spcAft>
                <a:spcPts val="0"/>
              </a:spcAft>
              <a:buClr>
                <a:srgbClr val="F7D117"/>
              </a:buClr>
              <a:buSzPct val="120000"/>
              <a:buFont typeface="Wingdings" pitchFamily="2" charset="2"/>
              <a:buNone/>
            </a:pPr>
            <a:r>
              <a:rPr lang="en-GB" dirty="0"/>
              <a:t>Subtitle appears here</a:t>
            </a:r>
          </a:p>
        </p:txBody>
      </p:sp>
      <p:sp>
        <p:nvSpPr>
          <p:cNvPr id="110" name="Content Placeholder 51"/>
          <p:cNvSpPr>
            <a:spLocks noGrp="1"/>
          </p:cNvSpPr>
          <p:nvPr>
            <p:ph sz="quarter" idx="61" hasCustomPrompt="1"/>
          </p:nvPr>
        </p:nvSpPr>
        <p:spPr>
          <a:xfrm>
            <a:off x="6235536" y="1780690"/>
            <a:ext cx="2606400" cy="234616"/>
          </a:xfrm>
        </p:spPr>
        <p:txBody>
          <a:bodyPr vert="horz" wrap="square" lIns="0" tIns="0" rIns="0" bIns="0" rtlCol="0">
            <a:spAutoFit/>
          </a:bodyPr>
          <a:lstStyle>
            <a:lvl1pPr>
              <a:lnSpc>
                <a:spcPct val="100000"/>
              </a:lnSpc>
              <a:defRPr lang="nl-NL" sz="1400" kern="1200" cap="none" baseline="0" dirty="0">
                <a:solidFill>
                  <a:schemeClr val="tx1"/>
                </a:solidFill>
                <a:latin typeface="ShellHeavy" panose="00000700000000000000" pitchFamily="2" charset="0"/>
                <a:ea typeface="+mn-ea"/>
                <a:cs typeface="+mn-cs"/>
              </a:defRPr>
            </a:lvl1pPr>
          </a:lstStyle>
          <a:p>
            <a:pPr marL="0" lvl="0" indent="0" algn="l" defTabSz="1219170" rtl="0" eaLnBrk="1" latinLnBrk="0" hangingPunct="1">
              <a:lnSpc>
                <a:spcPct val="119000"/>
              </a:lnSpc>
              <a:spcBef>
                <a:spcPts val="0"/>
              </a:spcBef>
              <a:spcAft>
                <a:spcPts val="0"/>
              </a:spcAft>
              <a:buClr>
                <a:srgbClr val="F7D117"/>
              </a:buClr>
              <a:buSzPct val="120000"/>
              <a:buFont typeface="Wingdings" pitchFamily="2" charset="2"/>
              <a:buNone/>
            </a:pPr>
            <a:r>
              <a:rPr lang="en-GB" dirty="0"/>
              <a:t>Chart title appears here</a:t>
            </a:r>
          </a:p>
        </p:txBody>
      </p:sp>
      <p:sp>
        <p:nvSpPr>
          <p:cNvPr id="112" name="Chart Placeholder 16"/>
          <p:cNvSpPr>
            <a:spLocks noGrp="1"/>
          </p:cNvSpPr>
          <p:nvPr>
            <p:ph type="chart" sz="quarter" idx="62"/>
          </p:nvPr>
        </p:nvSpPr>
        <p:spPr>
          <a:xfrm>
            <a:off x="6235536" y="2120382"/>
            <a:ext cx="2606400" cy="1623641"/>
          </a:xfrm>
        </p:spPr>
        <p:txBody>
          <a:bodyPr>
            <a:normAutofit/>
          </a:bodyPr>
          <a:lstStyle>
            <a:lvl1pPr>
              <a:defRPr sz="1400">
                <a:solidFill>
                  <a:schemeClr val="tx1"/>
                </a:solidFill>
                <a:latin typeface="+mn-lt"/>
              </a:defRPr>
            </a:lvl1pPr>
          </a:lstStyle>
          <a:p>
            <a:r>
              <a:rPr lang="en-GB"/>
              <a:t>Click icon to add chart</a:t>
            </a:r>
            <a:endParaRPr lang="en-GB" dirty="0"/>
          </a:p>
        </p:txBody>
      </p:sp>
      <p:sp>
        <p:nvSpPr>
          <p:cNvPr id="29"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r>
              <a:rPr lang="en-GB" noProof="1"/>
              <a:t>October 2025</a:t>
            </a:r>
          </a:p>
        </p:txBody>
      </p:sp>
      <p:sp>
        <p:nvSpPr>
          <p:cNvPr id="36"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38"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tx1"/>
                </a:solidFill>
                <a:latin typeface="+mn-lt"/>
                <a:cs typeface="Arial" pitchFamily="34" charset="0"/>
              </a:defRPr>
            </a:lvl1pPr>
          </a:lstStyle>
          <a:p>
            <a:pPr>
              <a:defRPr/>
            </a:pPr>
            <a:r>
              <a:rPr lang="en-GB" noProof="1"/>
              <a:t> </a:t>
            </a:r>
          </a:p>
        </p:txBody>
      </p:sp>
      <p:sp>
        <p:nvSpPr>
          <p:cNvPr id="19" name="Content Placeholder 9"/>
          <p:cNvSpPr>
            <a:spLocks noGrp="1"/>
          </p:cNvSpPr>
          <p:nvPr>
            <p:ph sz="quarter" idx="11"/>
          </p:nvPr>
        </p:nvSpPr>
        <p:spPr>
          <a:xfrm>
            <a:off x="509312" y="4510882"/>
            <a:ext cx="2606050" cy="1568988"/>
          </a:xfrm>
        </p:spPr>
        <p:txBody>
          <a:bodyPr/>
          <a:lstStyle>
            <a:lvl1pPr marL="0" indent="0" defTabSz="357708">
              <a:lnSpc>
                <a:spcPct val="140000"/>
              </a:lnSpc>
              <a:spcBef>
                <a:spcPts val="0"/>
              </a:spcBef>
              <a:defRPr sz="1400"/>
            </a:lvl1pPr>
            <a:lvl2pPr marL="230400" indent="-230400" defTabSz="357708">
              <a:lnSpc>
                <a:spcPct val="140000"/>
              </a:lnSpc>
              <a:spcBef>
                <a:spcPts val="0"/>
              </a:spcBef>
              <a:defRPr sz="1400"/>
            </a:lvl2pPr>
            <a:lvl3pPr marL="459000" indent="-228600" defTabSz="357708">
              <a:lnSpc>
                <a:spcPct val="140000"/>
              </a:lnSpc>
              <a:spcBef>
                <a:spcPts val="0"/>
              </a:spcBef>
              <a:buClr>
                <a:schemeClr val="accent2"/>
              </a:buClr>
              <a:buSzPct val="100000"/>
              <a:buFont typeface="Wingdings" panose="05000000000000000000" pitchFamily="2" charset="2"/>
              <a:buChar char=""/>
              <a:defRPr sz="1400"/>
            </a:lvl3pPr>
            <a:lvl4pPr marL="687600" indent="-228600" defTabSz="357708">
              <a:lnSpc>
                <a:spcPct val="140000"/>
              </a:lnSpc>
              <a:spcBef>
                <a:spcPts val="0"/>
              </a:spcBef>
              <a:buClr>
                <a:schemeClr val="tx1"/>
              </a:buClr>
              <a:buSzPct val="100000"/>
              <a:buFont typeface="Wingdings" panose="05000000000000000000" pitchFamily="2" charset="2"/>
              <a:buChar char=""/>
              <a:defRPr sz="1200"/>
            </a:lvl4pPr>
            <a:lvl5pPr marL="890800" indent="-203200" defTabSz="357708">
              <a:lnSpc>
                <a:spcPct val="140000"/>
              </a:lnSpc>
              <a:spcBef>
                <a:spcPts val="0"/>
              </a:spcBef>
              <a:buClr>
                <a:schemeClr val="tx1"/>
              </a:buClr>
              <a:buSzPct val="100000"/>
              <a:buFont typeface="Wingdings" panose="05000000000000000000" pitchFamily="2" charset="2"/>
              <a:buChar char=""/>
              <a:defRPr sz="1100"/>
            </a:lvl5pPr>
            <a:lvl6pPr marL="1043200" indent="-152400" defTabSz="357708">
              <a:lnSpc>
                <a:spcPct val="140000"/>
              </a:lnSpc>
              <a:buClr>
                <a:schemeClr val="tx1"/>
              </a:buClr>
              <a:buSzPct val="100000"/>
              <a:buFont typeface="Wingdings" panose="05000000000000000000" pitchFamily="2" charset="2"/>
              <a:buChar char=""/>
              <a:defRPr sz="105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20" name="Content Placeholder 9"/>
          <p:cNvSpPr>
            <a:spLocks noGrp="1"/>
          </p:cNvSpPr>
          <p:nvPr>
            <p:ph sz="quarter" idx="63"/>
          </p:nvPr>
        </p:nvSpPr>
        <p:spPr>
          <a:xfrm>
            <a:off x="6235534" y="4510882"/>
            <a:ext cx="2608046" cy="1568988"/>
          </a:xfrm>
        </p:spPr>
        <p:txBody>
          <a:bodyPr/>
          <a:lstStyle>
            <a:lvl1pPr marL="0" indent="0" defTabSz="357708">
              <a:lnSpc>
                <a:spcPct val="140000"/>
              </a:lnSpc>
              <a:spcBef>
                <a:spcPts val="0"/>
              </a:spcBef>
              <a:defRPr sz="1400"/>
            </a:lvl1pPr>
            <a:lvl2pPr marL="230400" indent="-230400" defTabSz="357708">
              <a:lnSpc>
                <a:spcPct val="140000"/>
              </a:lnSpc>
              <a:spcBef>
                <a:spcPts val="0"/>
              </a:spcBef>
              <a:defRPr sz="1400"/>
            </a:lvl2pPr>
            <a:lvl3pPr marL="459000" indent="-228600" defTabSz="357708">
              <a:lnSpc>
                <a:spcPct val="140000"/>
              </a:lnSpc>
              <a:spcBef>
                <a:spcPts val="0"/>
              </a:spcBef>
              <a:buClr>
                <a:schemeClr val="accent2"/>
              </a:buClr>
              <a:buSzPct val="100000"/>
              <a:buFont typeface="Wingdings" panose="05000000000000000000" pitchFamily="2" charset="2"/>
              <a:buChar char=""/>
              <a:defRPr sz="1400"/>
            </a:lvl3pPr>
            <a:lvl4pPr marL="687600" indent="-228600" defTabSz="357708">
              <a:lnSpc>
                <a:spcPct val="140000"/>
              </a:lnSpc>
              <a:spcBef>
                <a:spcPts val="0"/>
              </a:spcBef>
              <a:buClr>
                <a:schemeClr val="tx1"/>
              </a:buClr>
              <a:buSzPct val="100000"/>
              <a:buFont typeface="Wingdings" panose="05000000000000000000" pitchFamily="2" charset="2"/>
              <a:buChar char=""/>
              <a:defRPr sz="1200"/>
            </a:lvl4pPr>
            <a:lvl5pPr marL="890800" indent="-203200" defTabSz="357708">
              <a:lnSpc>
                <a:spcPct val="140000"/>
              </a:lnSpc>
              <a:spcBef>
                <a:spcPts val="0"/>
              </a:spcBef>
              <a:buClr>
                <a:schemeClr val="tx1"/>
              </a:buClr>
              <a:buSzPct val="100000"/>
              <a:buFont typeface="Wingdings" panose="05000000000000000000" pitchFamily="2" charset="2"/>
              <a:buChar char=""/>
              <a:defRPr sz="1100"/>
            </a:lvl5pPr>
            <a:lvl6pPr marL="1043200" indent="-152400" defTabSz="357708">
              <a:lnSpc>
                <a:spcPct val="140000"/>
              </a:lnSpc>
              <a:buClr>
                <a:schemeClr val="tx1"/>
              </a:buClr>
              <a:buSzPct val="100000"/>
              <a:buFont typeface="Wingdings" panose="05000000000000000000" pitchFamily="2" charset="2"/>
              <a:buChar char=""/>
              <a:defRPr sz="105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21" name="Content Placeholder 51"/>
          <p:cNvSpPr>
            <a:spLocks noGrp="1"/>
          </p:cNvSpPr>
          <p:nvPr>
            <p:ph sz="quarter" idx="64" hasCustomPrompt="1"/>
          </p:nvPr>
        </p:nvSpPr>
        <p:spPr>
          <a:xfrm>
            <a:off x="3369575" y="4116538"/>
            <a:ext cx="2606675" cy="234616"/>
          </a:xfrm>
        </p:spPr>
        <p:txBody>
          <a:bodyPr vert="horz" wrap="square" lIns="0" tIns="0" rIns="0" bIns="0" rtlCol="0">
            <a:spAutoFit/>
          </a:bodyPr>
          <a:lstStyle>
            <a:lvl1pPr>
              <a:lnSpc>
                <a:spcPct val="100000"/>
              </a:lnSpc>
              <a:defRPr lang="nl-NL" sz="1400" kern="1200" cap="none" baseline="0" dirty="0">
                <a:solidFill>
                  <a:schemeClr val="tx1"/>
                </a:solidFill>
                <a:latin typeface="ShellHeavy" panose="00000700000000000000" pitchFamily="2" charset="0"/>
                <a:ea typeface="+mn-ea"/>
                <a:cs typeface="+mn-cs"/>
              </a:defRPr>
            </a:lvl1pPr>
          </a:lstStyle>
          <a:p>
            <a:pPr marL="0" lvl="0" indent="0" algn="l" defTabSz="1219170" rtl="0" eaLnBrk="1" latinLnBrk="0" hangingPunct="1">
              <a:lnSpc>
                <a:spcPct val="119000"/>
              </a:lnSpc>
              <a:spcBef>
                <a:spcPts val="0"/>
              </a:spcBef>
              <a:spcAft>
                <a:spcPts val="0"/>
              </a:spcAft>
              <a:buClr>
                <a:srgbClr val="F7D117"/>
              </a:buClr>
              <a:buSzPct val="120000"/>
              <a:buFont typeface="Wingdings" pitchFamily="2" charset="2"/>
              <a:buNone/>
            </a:pPr>
            <a:r>
              <a:rPr lang="en-GB" dirty="0"/>
              <a:t>Subtitle appears here</a:t>
            </a:r>
          </a:p>
        </p:txBody>
      </p:sp>
      <p:sp>
        <p:nvSpPr>
          <p:cNvPr id="22" name="Content Placeholder 51"/>
          <p:cNvSpPr>
            <a:spLocks noGrp="1"/>
          </p:cNvSpPr>
          <p:nvPr>
            <p:ph sz="quarter" idx="65" hasCustomPrompt="1"/>
          </p:nvPr>
        </p:nvSpPr>
        <p:spPr>
          <a:xfrm>
            <a:off x="3369575" y="1780690"/>
            <a:ext cx="2606675" cy="234616"/>
          </a:xfrm>
        </p:spPr>
        <p:txBody>
          <a:bodyPr vert="horz" wrap="square" lIns="0" tIns="0" rIns="0" bIns="0" rtlCol="0">
            <a:spAutoFit/>
          </a:bodyPr>
          <a:lstStyle>
            <a:lvl1pPr>
              <a:lnSpc>
                <a:spcPct val="100000"/>
              </a:lnSpc>
              <a:defRPr lang="nl-NL" sz="1400" kern="1200" cap="none" baseline="0" dirty="0">
                <a:solidFill>
                  <a:schemeClr val="tx1"/>
                </a:solidFill>
                <a:latin typeface="ShellHeavy" panose="00000700000000000000" pitchFamily="2" charset="0"/>
                <a:ea typeface="+mn-ea"/>
                <a:cs typeface="+mn-cs"/>
              </a:defRPr>
            </a:lvl1pPr>
          </a:lstStyle>
          <a:p>
            <a:pPr marL="0" lvl="0" indent="0" algn="l" defTabSz="1219170" rtl="0" eaLnBrk="1" latinLnBrk="0" hangingPunct="1">
              <a:lnSpc>
                <a:spcPct val="119000"/>
              </a:lnSpc>
              <a:spcBef>
                <a:spcPts val="0"/>
              </a:spcBef>
              <a:spcAft>
                <a:spcPts val="0"/>
              </a:spcAft>
              <a:buClr>
                <a:srgbClr val="F7D117"/>
              </a:buClr>
              <a:buSzPct val="120000"/>
              <a:buFont typeface="Wingdings" pitchFamily="2" charset="2"/>
              <a:buNone/>
            </a:pPr>
            <a:r>
              <a:rPr lang="en-GB" dirty="0"/>
              <a:t>Chart title appears here</a:t>
            </a:r>
          </a:p>
        </p:txBody>
      </p:sp>
      <p:sp>
        <p:nvSpPr>
          <p:cNvPr id="23" name="Chart Placeholder 16"/>
          <p:cNvSpPr>
            <a:spLocks noGrp="1"/>
          </p:cNvSpPr>
          <p:nvPr>
            <p:ph type="chart" sz="quarter" idx="66"/>
          </p:nvPr>
        </p:nvSpPr>
        <p:spPr>
          <a:xfrm>
            <a:off x="3369575" y="2120382"/>
            <a:ext cx="2606675" cy="1623641"/>
          </a:xfrm>
        </p:spPr>
        <p:txBody>
          <a:bodyPr>
            <a:normAutofit/>
          </a:bodyPr>
          <a:lstStyle>
            <a:lvl1pPr>
              <a:defRPr sz="1400">
                <a:solidFill>
                  <a:schemeClr val="tx1"/>
                </a:solidFill>
                <a:latin typeface="+mn-lt"/>
              </a:defRPr>
            </a:lvl1pPr>
          </a:lstStyle>
          <a:p>
            <a:r>
              <a:rPr lang="en-GB"/>
              <a:t>Click icon to add chart</a:t>
            </a:r>
            <a:endParaRPr lang="en-GB" dirty="0"/>
          </a:p>
        </p:txBody>
      </p:sp>
      <p:sp>
        <p:nvSpPr>
          <p:cNvPr id="24" name="Content Placeholder 9"/>
          <p:cNvSpPr>
            <a:spLocks noGrp="1"/>
          </p:cNvSpPr>
          <p:nvPr>
            <p:ph sz="quarter" idx="67"/>
          </p:nvPr>
        </p:nvSpPr>
        <p:spPr>
          <a:xfrm>
            <a:off x="3370888" y="4510882"/>
            <a:ext cx="2606050" cy="1568988"/>
          </a:xfrm>
        </p:spPr>
        <p:txBody>
          <a:bodyPr/>
          <a:lstStyle>
            <a:lvl1pPr marL="0" indent="0" defTabSz="357708">
              <a:lnSpc>
                <a:spcPct val="140000"/>
              </a:lnSpc>
              <a:spcBef>
                <a:spcPts val="0"/>
              </a:spcBef>
              <a:defRPr sz="1400"/>
            </a:lvl1pPr>
            <a:lvl2pPr marL="230400" indent="-230400" defTabSz="357708">
              <a:lnSpc>
                <a:spcPct val="140000"/>
              </a:lnSpc>
              <a:spcBef>
                <a:spcPts val="0"/>
              </a:spcBef>
              <a:defRPr sz="1400"/>
            </a:lvl2pPr>
            <a:lvl3pPr marL="459000" indent="-228600" defTabSz="357708">
              <a:lnSpc>
                <a:spcPct val="140000"/>
              </a:lnSpc>
              <a:spcBef>
                <a:spcPts val="0"/>
              </a:spcBef>
              <a:buClr>
                <a:schemeClr val="accent2"/>
              </a:buClr>
              <a:buSzPct val="100000"/>
              <a:buFont typeface="Wingdings" panose="05000000000000000000" pitchFamily="2" charset="2"/>
              <a:buChar char=""/>
              <a:defRPr sz="1400"/>
            </a:lvl3pPr>
            <a:lvl4pPr marL="687600" indent="-228600" defTabSz="357708">
              <a:lnSpc>
                <a:spcPct val="140000"/>
              </a:lnSpc>
              <a:spcBef>
                <a:spcPts val="0"/>
              </a:spcBef>
              <a:buClr>
                <a:schemeClr val="tx1"/>
              </a:buClr>
              <a:buSzPct val="100000"/>
              <a:buFont typeface="Wingdings" panose="05000000000000000000" pitchFamily="2" charset="2"/>
              <a:buChar char=""/>
              <a:defRPr sz="1200"/>
            </a:lvl4pPr>
            <a:lvl5pPr marL="890800" indent="-203200" defTabSz="357708">
              <a:lnSpc>
                <a:spcPct val="140000"/>
              </a:lnSpc>
              <a:spcBef>
                <a:spcPts val="0"/>
              </a:spcBef>
              <a:buClr>
                <a:schemeClr val="tx1"/>
              </a:buClr>
              <a:buSzPct val="100000"/>
              <a:buFont typeface="Wingdings" panose="05000000000000000000" pitchFamily="2" charset="2"/>
              <a:buChar char=""/>
              <a:defRPr sz="1100"/>
            </a:lvl5pPr>
            <a:lvl6pPr marL="1043200" indent="-152400" defTabSz="357708">
              <a:lnSpc>
                <a:spcPct val="140000"/>
              </a:lnSpc>
              <a:buClr>
                <a:schemeClr val="tx1"/>
              </a:buClr>
              <a:buSzPct val="100000"/>
              <a:buFont typeface="Wingdings" panose="05000000000000000000" pitchFamily="2" charset="2"/>
              <a:buChar char=""/>
              <a:defRPr sz="105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7" name="Content Placeholder 51"/>
          <p:cNvSpPr>
            <a:spLocks noGrp="1"/>
          </p:cNvSpPr>
          <p:nvPr>
            <p:ph sz="quarter" idx="68" hasCustomPrompt="1"/>
          </p:nvPr>
        </p:nvSpPr>
        <p:spPr>
          <a:xfrm>
            <a:off x="9071193" y="4116538"/>
            <a:ext cx="2606400" cy="234616"/>
          </a:xfrm>
        </p:spPr>
        <p:txBody>
          <a:bodyPr vert="horz" wrap="square" lIns="0" tIns="0" rIns="0" bIns="0" rtlCol="0">
            <a:spAutoFit/>
          </a:bodyPr>
          <a:lstStyle>
            <a:lvl1pPr marL="0" indent="0" algn="l" defTabSz="1219170" rtl="0" eaLnBrk="1" latinLnBrk="0" hangingPunct="1">
              <a:lnSpc>
                <a:spcPct val="119000"/>
              </a:lnSpc>
              <a:spcBef>
                <a:spcPts val="0"/>
              </a:spcBef>
              <a:spcAft>
                <a:spcPts val="0"/>
              </a:spcAft>
              <a:buClr>
                <a:srgbClr val="F7D117"/>
              </a:buClr>
              <a:buSzPct val="120000"/>
              <a:buFont typeface="Wingdings" pitchFamily="2" charset="2"/>
              <a:buNone/>
              <a:defRPr lang="nl-NL" sz="1400" kern="1200" cap="none" baseline="0" dirty="0">
                <a:solidFill>
                  <a:schemeClr val="tx1"/>
                </a:solidFill>
                <a:latin typeface="ShellHeavy" panose="00000700000000000000" pitchFamily="2" charset="0"/>
                <a:ea typeface="+mn-ea"/>
                <a:cs typeface="+mn-cs"/>
              </a:defRPr>
            </a:lvl1pPr>
          </a:lstStyle>
          <a:p>
            <a:pPr marL="0" lvl="0" indent="0" algn="l" defTabSz="1219170" rtl="0" eaLnBrk="1" latinLnBrk="0" hangingPunct="1">
              <a:lnSpc>
                <a:spcPct val="119000"/>
              </a:lnSpc>
              <a:spcBef>
                <a:spcPts val="0"/>
              </a:spcBef>
              <a:spcAft>
                <a:spcPts val="0"/>
              </a:spcAft>
              <a:buClr>
                <a:srgbClr val="F7D117"/>
              </a:buClr>
              <a:buSzPct val="120000"/>
              <a:buFont typeface="Wingdings" pitchFamily="2" charset="2"/>
              <a:buNone/>
            </a:pPr>
            <a:r>
              <a:rPr lang="en-GB" dirty="0"/>
              <a:t>Subtitle appears here</a:t>
            </a:r>
          </a:p>
        </p:txBody>
      </p:sp>
      <p:sp>
        <p:nvSpPr>
          <p:cNvPr id="48" name="Content Placeholder 51"/>
          <p:cNvSpPr>
            <a:spLocks noGrp="1"/>
          </p:cNvSpPr>
          <p:nvPr>
            <p:ph sz="quarter" idx="69" hasCustomPrompt="1"/>
          </p:nvPr>
        </p:nvSpPr>
        <p:spPr>
          <a:xfrm>
            <a:off x="9071193" y="1780690"/>
            <a:ext cx="2606400" cy="234616"/>
          </a:xfrm>
        </p:spPr>
        <p:txBody>
          <a:bodyPr vert="horz" wrap="square" lIns="0" tIns="0" rIns="0" bIns="0" rtlCol="0">
            <a:spAutoFit/>
          </a:bodyPr>
          <a:lstStyle>
            <a:lvl1pPr>
              <a:lnSpc>
                <a:spcPct val="100000"/>
              </a:lnSpc>
              <a:defRPr lang="nl-NL" sz="1400" kern="1200" cap="none" baseline="0" dirty="0">
                <a:solidFill>
                  <a:schemeClr val="tx1"/>
                </a:solidFill>
                <a:latin typeface="ShellHeavy" panose="00000700000000000000" pitchFamily="2" charset="0"/>
                <a:ea typeface="+mn-ea"/>
                <a:cs typeface="+mn-cs"/>
              </a:defRPr>
            </a:lvl1pPr>
          </a:lstStyle>
          <a:p>
            <a:pPr marL="0" lvl="0" indent="0" algn="l" defTabSz="1219170" rtl="0" eaLnBrk="1" latinLnBrk="0" hangingPunct="1">
              <a:lnSpc>
                <a:spcPct val="119000"/>
              </a:lnSpc>
              <a:spcBef>
                <a:spcPts val="0"/>
              </a:spcBef>
              <a:spcAft>
                <a:spcPts val="0"/>
              </a:spcAft>
              <a:buClr>
                <a:srgbClr val="F7D117"/>
              </a:buClr>
              <a:buSzPct val="120000"/>
              <a:buFont typeface="Wingdings" pitchFamily="2" charset="2"/>
              <a:buNone/>
            </a:pPr>
            <a:r>
              <a:rPr lang="en-GB" dirty="0"/>
              <a:t>Chart title appears here</a:t>
            </a:r>
          </a:p>
        </p:txBody>
      </p:sp>
      <p:sp>
        <p:nvSpPr>
          <p:cNvPr id="49" name="Chart Placeholder 16"/>
          <p:cNvSpPr>
            <a:spLocks noGrp="1"/>
          </p:cNvSpPr>
          <p:nvPr>
            <p:ph type="chart" sz="quarter" idx="70"/>
          </p:nvPr>
        </p:nvSpPr>
        <p:spPr>
          <a:xfrm>
            <a:off x="9071193" y="2120382"/>
            <a:ext cx="2606400" cy="1623641"/>
          </a:xfrm>
        </p:spPr>
        <p:txBody>
          <a:bodyPr>
            <a:normAutofit/>
          </a:bodyPr>
          <a:lstStyle>
            <a:lvl1pPr>
              <a:defRPr sz="1400">
                <a:solidFill>
                  <a:schemeClr val="tx1"/>
                </a:solidFill>
                <a:latin typeface="+mn-lt"/>
              </a:defRPr>
            </a:lvl1pPr>
          </a:lstStyle>
          <a:p>
            <a:r>
              <a:rPr lang="en-GB"/>
              <a:t>Click icon to add chart</a:t>
            </a:r>
            <a:endParaRPr lang="en-GB" dirty="0"/>
          </a:p>
        </p:txBody>
      </p:sp>
      <p:sp>
        <p:nvSpPr>
          <p:cNvPr id="50" name="Content Placeholder 9"/>
          <p:cNvSpPr>
            <a:spLocks noGrp="1"/>
          </p:cNvSpPr>
          <p:nvPr>
            <p:ph sz="quarter" idx="71"/>
          </p:nvPr>
        </p:nvSpPr>
        <p:spPr>
          <a:xfrm>
            <a:off x="9071191" y="4510882"/>
            <a:ext cx="2608046" cy="1568988"/>
          </a:xfrm>
        </p:spPr>
        <p:txBody>
          <a:bodyPr/>
          <a:lstStyle>
            <a:lvl1pPr marL="0" indent="0" defTabSz="357708">
              <a:lnSpc>
                <a:spcPct val="140000"/>
              </a:lnSpc>
              <a:spcBef>
                <a:spcPts val="0"/>
              </a:spcBef>
              <a:defRPr sz="1400"/>
            </a:lvl1pPr>
            <a:lvl2pPr marL="230400" indent="-230400" defTabSz="357708">
              <a:lnSpc>
                <a:spcPct val="140000"/>
              </a:lnSpc>
              <a:spcBef>
                <a:spcPts val="0"/>
              </a:spcBef>
              <a:defRPr sz="1400"/>
            </a:lvl2pPr>
            <a:lvl3pPr marL="459000" indent="-228600" defTabSz="357708">
              <a:lnSpc>
                <a:spcPct val="140000"/>
              </a:lnSpc>
              <a:spcBef>
                <a:spcPts val="0"/>
              </a:spcBef>
              <a:buClr>
                <a:schemeClr val="accent2"/>
              </a:buClr>
              <a:buSzPct val="100000"/>
              <a:buFont typeface="Wingdings" panose="05000000000000000000" pitchFamily="2" charset="2"/>
              <a:buChar char=""/>
              <a:defRPr sz="1400"/>
            </a:lvl3pPr>
            <a:lvl4pPr marL="687600" indent="-228600" defTabSz="357708">
              <a:lnSpc>
                <a:spcPct val="140000"/>
              </a:lnSpc>
              <a:spcBef>
                <a:spcPts val="0"/>
              </a:spcBef>
              <a:buClr>
                <a:schemeClr val="tx1"/>
              </a:buClr>
              <a:buSzPct val="100000"/>
              <a:buFont typeface="Wingdings" panose="05000000000000000000" pitchFamily="2" charset="2"/>
              <a:buChar char=""/>
              <a:defRPr sz="1200"/>
            </a:lvl4pPr>
            <a:lvl5pPr marL="890800" indent="-203200" defTabSz="357708">
              <a:lnSpc>
                <a:spcPct val="140000"/>
              </a:lnSpc>
              <a:spcBef>
                <a:spcPts val="0"/>
              </a:spcBef>
              <a:buClr>
                <a:schemeClr val="tx1"/>
              </a:buClr>
              <a:buSzPct val="100000"/>
              <a:buFont typeface="Wingdings" panose="05000000000000000000" pitchFamily="2" charset="2"/>
              <a:buChar char=""/>
              <a:defRPr sz="1100"/>
            </a:lvl5pPr>
            <a:lvl6pPr marL="1043200" indent="-152400" defTabSz="357708">
              <a:lnSpc>
                <a:spcPct val="140000"/>
              </a:lnSpc>
              <a:buClr>
                <a:schemeClr val="tx1"/>
              </a:buClr>
              <a:buSzPct val="100000"/>
              <a:buFont typeface="Wingdings" panose="05000000000000000000" pitchFamily="2" charset="2"/>
              <a:buChar char=""/>
              <a:defRPr sz="1050"/>
            </a:lvl6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2" name="TextBox 1" descr="CONFIDENTIAL_TAG_0xFFEE">
            <a:extLst>
              <a:ext uri="{FF2B5EF4-FFF2-40B4-BE49-F238E27FC236}">
                <a16:creationId xmlns:a16="http://schemas.microsoft.com/office/drawing/2014/main" id="{17B1A312-A73F-7C73-6BCE-0FF7F390BE5F}"/>
              </a:ext>
            </a:extLst>
          </p:cNvPr>
          <p:cNvSpPr txBox="1"/>
          <p:nvPr userDrawn="1"/>
        </p:nvSpPr>
        <p:spPr>
          <a:xfrm>
            <a:off x="8457822" y="6481427"/>
            <a:ext cx="1079500" cy="169277"/>
          </a:xfrm>
          <a:prstGeom prst="rect">
            <a:avLst/>
          </a:prstGeom>
          <a:noFill/>
          <a:ln>
            <a:noFill/>
          </a:ln>
          <a:effectLst>
            <a:glow>
              <a:srgbClr val="000000"/>
            </a:glow>
          </a:effectLst>
        </p:spPr>
        <p:txBody>
          <a:bodyPr vert="horz" wrap="square" lIns="0" tIns="0" rIns="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chemeClr val="accent2"/>
                </a:solidFill>
                <a:effectLst/>
                <a:uLnTx/>
                <a:uFillTx/>
                <a:latin typeface="ShellMedium" panose="00000600000000000000" pitchFamily="50" charset="0"/>
                <a:ea typeface="+mn-ea"/>
                <a:cs typeface="+mn-cs"/>
              </a:rPr>
              <a:t>INTERNAL</a:t>
            </a:r>
            <a:endParaRPr kumimoji="0" lang="en-GB" sz="800" b="0" i="0" u="none" strike="noStrike" kern="1200" cap="none" spc="0" normalizeH="0" baseline="0" noProof="0" dirty="0">
              <a:ln>
                <a:noFill/>
              </a:ln>
              <a:solidFill>
                <a:schemeClr val="accent2"/>
              </a:solidFill>
              <a:effectLst/>
              <a:uLnTx/>
              <a:uFillTx/>
              <a:latin typeface="ShellMedium" panose="00000600000000000000" pitchFamily="50" charset="0"/>
              <a:ea typeface="+mn-ea"/>
              <a:cs typeface="+mn-cs"/>
            </a:endParaRPr>
          </a:p>
        </p:txBody>
      </p:sp>
    </p:spTree>
    <p:extLst>
      <p:ext uri="{BB962C8B-B14F-4D97-AF65-F5344CB8AC3E}">
        <p14:creationId xmlns:p14="http://schemas.microsoft.com/office/powerpoint/2010/main" val="1787258848"/>
      </p:ext>
    </p:extLst>
  </p:cSld>
  <p:clrMapOvr>
    <a:masterClrMapping/>
  </p:clrMapOvr>
  <p:transition/>
  <p:hf hdr="0"/>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pic>
        <p:nvPicPr>
          <p:cNvPr id="101" name="Picture 100"/>
          <p:cNvPicPr>
            <a:picLocks noChangeAspect="1"/>
          </p:cNvPicPr>
          <p:nvPr userDrawn="1"/>
        </p:nvPicPr>
        <p:blipFill rotWithShape="1">
          <a:blip r:embed="rId2">
            <a:extLst>
              <a:ext uri="{28A0092B-C50C-407E-A947-70E740481C1C}">
                <a14:useLocalDpi xmlns:a14="http://schemas.microsoft.com/office/drawing/2010/main" val="0"/>
              </a:ext>
            </a:extLst>
          </a:blip>
          <a:srcRect l="4658" t="3243" r="26982"/>
          <a:stretch/>
        </p:blipFill>
        <p:spPr>
          <a:xfrm flipH="1">
            <a:off x="0" y="0"/>
            <a:ext cx="8067404" cy="6858000"/>
          </a:xfrm>
          <a:prstGeom prst="rect">
            <a:avLst/>
          </a:prstGeom>
        </p:spPr>
      </p:pic>
      <p:sp>
        <p:nvSpPr>
          <p:cNvPr id="18" name="Title 1"/>
          <p:cNvSpPr>
            <a:spLocks noGrp="1"/>
          </p:cNvSpPr>
          <p:nvPr>
            <p:ph type="title"/>
          </p:nvPr>
        </p:nvSpPr>
        <p:spPr>
          <a:xfrm>
            <a:off x="7601520" y="4826000"/>
            <a:ext cx="4077539" cy="895962"/>
          </a:xfrm>
          <a:prstGeom prst="rect">
            <a:avLst/>
          </a:prstGeom>
        </p:spPr>
        <p:txBody>
          <a:bodyPr lIns="0" tIns="0" rIns="0" bIns="0"/>
          <a:lstStyle>
            <a:lvl1pPr algn="l">
              <a:defRPr sz="1600" b="0" cap="none" baseline="0">
                <a:solidFill>
                  <a:schemeClr val="tx1"/>
                </a:solidFill>
                <a:latin typeface="+mn-lt"/>
              </a:defRPr>
            </a:lvl1pPr>
          </a:lstStyle>
          <a:p>
            <a:r>
              <a:rPr lang="en-GB"/>
              <a:t>Click to edit Master title style</a:t>
            </a:r>
            <a:endParaRPr lang="en-GB" dirty="0"/>
          </a:p>
        </p:txBody>
      </p:sp>
      <p:sp>
        <p:nvSpPr>
          <p:cNvPr id="25" name="Text Placeholder 2"/>
          <p:cNvSpPr>
            <a:spLocks noGrp="1"/>
          </p:cNvSpPr>
          <p:nvPr>
            <p:ph type="body" idx="1"/>
          </p:nvPr>
        </p:nvSpPr>
        <p:spPr>
          <a:xfrm>
            <a:off x="7601520" y="3258524"/>
            <a:ext cx="4077539" cy="1508861"/>
          </a:xfrm>
          <a:prstGeom prst="rect">
            <a:avLst/>
          </a:prstGeom>
        </p:spPr>
        <p:txBody>
          <a:bodyPr lIns="0" tIns="0" rIns="0" bIns="0" anchor="t" anchorCtr="0"/>
          <a:lstStyle>
            <a:lvl1pPr marL="0" indent="0">
              <a:lnSpc>
                <a:spcPct val="100000"/>
              </a:lnSpc>
              <a:spcAft>
                <a:spcPts val="0"/>
              </a:spcAft>
              <a:buNone/>
              <a:defRPr sz="3200" b="0" cap="none" baseline="0">
                <a:solidFill>
                  <a:schemeClr val="tx1"/>
                </a:solidFill>
                <a:latin typeface="+mj-lt"/>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GB"/>
              <a:t>Click to edit Master text styles</a:t>
            </a:r>
            <a:endParaRPr lang="en-GB" dirty="0"/>
          </a:p>
        </p:txBody>
      </p:sp>
      <p:sp>
        <p:nvSpPr>
          <p:cNvPr id="34" name="Text Placeholder 13"/>
          <p:cNvSpPr>
            <a:spLocks noGrp="1"/>
          </p:cNvSpPr>
          <p:nvPr>
            <p:ph type="body" sz="quarter" idx="13" hasCustomPrompt="1"/>
          </p:nvPr>
        </p:nvSpPr>
        <p:spPr bwMode="gray">
          <a:xfrm>
            <a:off x="7619994" y="1908483"/>
            <a:ext cx="2724653" cy="1123888"/>
          </a:xfrm>
          <a:prstGeom prst="rect">
            <a:avLst/>
          </a:prstGeom>
        </p:spPr>
        <p:txBody>
          <a:bodyPr lIns="0" tIns="0" rIns="0" bIns="0"/>
          <a:lstStyle>
            <a:lvl1pPr marL="0" algn="l" defTabSz="1219170" rtl="0" eaLnBrk="1" latinLnBrk="0" hangingPunct="1">
              <a:lnSpc>
                <a:spcPct val="100000"/>
              </a:lnSpc>
              <a:buClr>
                <a:srgbClr val="DD1D21"/>
              </a:buClr>
              <a:buSzPct val="85000"/>
              <a:buNone/>
              <a:tabLst>
                <a:tab pos="1081088" algn="l"/>
              </a:tabLst>
              <a:defRPr lang="en-GB" sz="7300" kern="10000" spc="-600" baseline="0" dirty="0">
                <a:ln w="3175">
                  <a:noFill/>
                </a:ln>
                <a:solidFill>
                  <a:schemeClr val="accent2"/>
                </a:solidFill>
                <a:latin typeface="ShellHeavy" panose="00000700000000000000" pitchFamily="2" charset="0"/>
                <a:ea typeface="ShellHeavy" panose="00000700000000000000" pitchFamily="2" charset="0"/>
                <a:cs typeface="ShellHeavy" panose="00000700000000000000" pitchFamily="2" charset="0"/>
              </a:defRPr>
            </a:lvl1pPr>
          </a:lstStyle>
          <a:p>
            <a:pPr lvl="0"/>
            <a:r>
              <a:rPr lang="en-GB" dirty="0"/>
              <a:t>0.1</a:t>
            </a:r>
          </a:p>
        </p:txBody>
      </p:sp>
      <p:sp>
        <p:nvSpPr>
          <p:cNvPr id="14"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r>
              <a:rPr lang="en-GB" noProof="1"/>
              <a:t>October 2025</a:t>
            </a:r>
          </a:p>
        </p:txBody>
      </p:sp>
      <p:sp>
        <p:nvSpPr>
          <p:cNvPr id="15" name="Text Box 11" descr="&lt;COMPANY_NAME&gt;"/>
          <p:cNvSpPr txBox="1">
            <a:spLocks noChangeArrowheads="1"/>
          </p:cNvSpPr>
          <p:nvPr userDrawn="1"/>
        </p:nvSpPr>
        <p:spPr bwMode="auto">
          <a:xfrm>
            <a:off x="512259" y="6469199"/>
            <a:ext cx="3360000" cy="237600"/>
          </a:xfrm>
          <a:prstGeom prst="rect">
            <a:avLst/>
          </a:prstGeom>
          <a:noFill/>
          <a:ln w="9525" algn="ctr">
            <a:noFill/>
            <a:miter lim="800000"/>
            <a:headEnd/>
            <a:tailEnd/>
          </a:ln>
          <a:effectLst/>
        </p:spPr>
        <p:txBody>
          <a:bodyPr wrap="none" lIns="0" tIns="0" rIns="0" anchor="t" anchorCtr="0">
            <a:noAutofit/>
          </a:bodyPr>
          <a:lstStyle/>
          <a:p>
            <a:pPr>
              <a:defRPr/>
            </a:pPr>
            <a:r>
              <a:rPr lang="en-GB" sz="850" noProof="1">
                <a:solidFill>
                  <a:schemeClr val="tx1"/>
                </a:solidFill>
                <a:latin typeface="+mn-lt"/>
                <a:cs typeface="Arial" pitchFamily="34" charset="0"/>
              </a:rPr>
              <a:t>Copyright of Shell International B.V.</a:t>
            </a:r>
          </a:p>
        </p:txBody>
      </p:sp>
      <p:sp>
        <p:nvSpPr>
          <p:cNvPr id="21"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22"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tx1"/>
                </a:solidFill>
                <a:latin typeface="+mn-lt"/>
                <a:cs typeface="Arial" pitchFamily="34" charset="0"/>
              </a:defRPr>
            </a:lvl1pPr>
          </a:lstStyle>
          <a:p>
            <a:pPr>
              <a:defRPr/>
            </a:pPr>
            <a:r>
              <a:rPr lang="en-GB" noProof="1"/>
              <a:t> </a:t>
            </a:r>
          </a:p>
        </p:txBody>
      </p:sp>
      <p:sp>
        <p:nvSpPr>
          <p:cNvPr id="2" name="TextBox 1" descr="CONFIDENTIAL_TAG_0xFFEE">
            <a:extLst>
              <a:ext uri="{FF2B5EF4-FFF2-40B4-BE49-F238E27FC236}">
                <a16:creationId xmlns:a16="http://schemas.microsoft.com/office/drawing/2014/main" id="{3C728B9B-FF1C-3092-193B-4012D1FFBB0D}"/>
              </a:ext>
            </a:extLst>
          </p:cNvPr>
          <p:cNvSpPr txBox="1"/>
          <p:nvPr userDrawn="1"/>
        </p:nvSpPr>
        <p:spPr>
          <a:xfrm>
            <a:off x="8457822" y="6481427"/>
            <a:ext cx="1079500" cy="169277"/>
          </a:xfrm>
          <a:prstGeom prst="rect">
            <a:avLst/>
          </a:prstGeom>
          <a:noFill/>
          <a:ln>
            <a:noFill/>
          </a:ln>
          <a:effectLst>
            <a:glow>
              <a:srgbClr val="000000"/>
            </a:glow>
          </a:effectLst>
        </p:spPr>
        <p:txBody>
          <a:bodyPr vert="horz" wrap="square" lIns="0" tIns="0" rIns="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chemeClr val="accent2"/>
                </a:solidFill>
                <a:effectLst/>
                <a:uLnTx/>
                <a:uFillTx/>
                <a:latin typeface="ShellMedium" panose="00000600000000000000" pitchFamily="50" charset="0"/>
                <a:ea typeface="+mn-ea"/>
                <a:cs typeface="+mn-cs"/>
              </a:rPr>
              <a:t>INTERNAL</a:t>
            </a:r>
            <a:endParaRPr kumimoji="0" lang="en-GB" sz="800" b="0" i="0" u="none" strike="noStrike" kern="1200" cap="none" spc="0" normalizeH="0" baseline="0" noProof="0" dirty="0">
              <a:ln>
                <a:noFill/>
              </a:ln>
              <a:solidFill>
                <a:schemeClr val="accent2"/>
              </a:solidFill>
              <a:effectLst/>
              <a:uLnTx/>
              <a:uFillTx/>
              <a:latin typeface="ShellMedium" panose="00000600000000000000" pitchFamily="50" charset="0"/>
              <a:ea typeface="+mn-ea"/>
              <a:cs typeface="+mn-cs"/>
            </a:endParaRPr>
          </a:p>
        </p:txBody>
      </p:sp>
    </p:spTree>
  </p:cSld>
  <p:clrMapOvr>
    <a:masterClrMapping/>
  </p:clrMapOvr>
  <p:transition/>
  <p:hf hdr="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Header with Image">
    <p:spTree>
      <p:nvGrpSpPr>
        <p:cNvPr id="1" name=""/>
        <p:cNvGrpSpPr/>
        <p:nvPr/>
      </p:nvGrpSpPr>
      <p:grpSpPr>
        <a:xfrm>
          <a:off x="0" y="0"/>
          <a:ext cx="0" cy="0"/>
          <a:chOff x="0" y="0"/>
          <a:chExt cx="0" cy="0"/>
        </a:xfrm>
      </p:grpSpPr>
      <p:sp>
        <p:nvSpPr>
          <p:cNvPr id="16" name="Rectangle 15"/>
          <p:cNvSpPr/>
          <p:nvPr userDrawn="1"/>
        </p:nvSpPr>
        <p:spPr bwMode="gray">
          <a:xfrm>
            <a:off x="-4046" y="483102"/>
            <a:ext cx="1394397" cy="184552"/>
          </a:xfrm>
          <a:prstGeom prst="rect">
            <a:avLst/>
          </a:prstGeom>
          <a:solidFill>
            <a:srgbClr val="FFFFFF"/>
          </a:solidFill>
          <a:ln w="3175">
            <a:noFill/>
          </a:ln>
        </p:spPr>
        <p:style>
          <a:lnRef idx="2">
            <a:schemeClr val="dk1"/>
          </a:lnRef>
          <a:fillRef idx="1">
            <a:schemeClr val="lt1"/>
          </a:fillRef>
          <a:effectRef idx="0">
            <a:schemeClr val="dk1"/>
          </a:effectRef>
          <a:fontRef idx="minor">
            <a:schemeClr val="dk1"/>
          </a:fontRef>
        </p:style>
        <p:txBody>
          <a:bodyPr rtlCol="0" anchor="ctr"/>
          <a:lstStyle/>
          <a:p>
            <a:pPr algn="ctr"/>
            <a:endParaRPr lang="en-GB" dirty="0"/>
          </a:p>
        </p:txBody>
      </p:sp>
      <p:sp>
        <p:nvSpPr>
          <p:cNvPr id="32" name="Rectangle 31"/>
          <p:cNvSpPr/>
          <p:nvPr userDrawn="1"/>
        </p:nvSpPr>
        <p:spPr bwMode="white">
          <a:xfrm>
            <a:off x="501606" y="488935"/>
            <a:ext cx="1311092" cy="11880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1"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22"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tx1"/>
                </a:solidFill>
                <a:latin typeface="+mn-lt"/>
                <a:cs typeface="Arial" pitchFamily="34" charset="0"/>
              </a:defRPr>
            </a:lvl1pPr>
          </a:lstStyle>
          <a:p>
            <a:pPr>
              <a:defRPr/>
            </a:pPr>
            <a:r>
              <a:rPr lang="en-GB" noProof="1"/>
              <a:t> </a:t>
            </a:r>
          </a:p>
        </p:txBody>
      </p:sp>
      <p:sp>
        <p:nvSpPr>
          <p:cNvPr id="13" name="Picture Placeholder 2"/>
          <p:cNvSpPr>
            <a:spLocks noGrp="1"/>
          </p:cNvSpPr>
          <p:nvPr>
            <p:ph type="pic" sz="quarter" idx="12"/>
          </p:nvPr>
        </p:nvSpPr>
        <p:spPr bwMode="auto">
          <a:xfrm>
            <a:off x="5578475" y="0"/>
            <a:ext cx="6616248" cy="6857999"/>
          </a:xfrm>
          <a:prstGeom prst="rect">
            <a:avLst/>
          </a:prstGeom>
          <a:noFill/>
          <a:ln w="9525" algn="ctr">
            <a:noFill/>
            <a:miter lim="800000"/>
            <a:headEnd/>
            <a:tailEnd/>
          </a:ln>
        </p:spPr>
        <p:txBody>
          <a:bodyPr/>
          <a:lstStyle>
            <a:lvl1pPr>
              <a:defRPr sz="2133"/>
            </a:lvl1pPr>
          </a:lstStyle>
          <a:p>
            <a:r>
              <a:rPr lang="en-GB"/>
              <a:t>Click icon to add picture</a:t>
            </a:r>
            <a:endParaRPr lang="en-GB" dirty="0"/>
          </a:p>
        </p:txBody>
      </p:sp>
      <p:sp>
        <p:nvSpPr>
          <p:cNvPr id="17" name="Rectangle 2"/>
          <p:cNvSpPr>
            <a:spLocks noGrp="1" noChangeArrowheads="1"/>
          </p:cNvSpPr>
          <p:nvPr>
            <p:ph type="ctrTitle"/>
          </p:nvPr>
        </p:nvSpPr>
        <p:spPr>
          <a:xfrm>
            <a:off x="765175" y="3258523"/>
            <a:ext cx="4066542" cy="1508861"/>
          </a:xfrm>
          <a:noFill/>
        </p:spPr>
        <p:txBody>
          <a:bodyPr lIns="0" tIns="0" rIns="0"/>
          <a:lstStyle>
            <a:lvl1pPr>
              <a:defRPr sz="3200" kern="1200" cap="none" spc="0" baseline="0">
                <a:solidFill>
                  <a:schemeClr val="tx1"/>
                </a:solidFill>
                <a:latin typeface="+mj-lt"/>
                <a:cs typeface="Arial" pitchFamily="34" charset="0"/>
              </a:defRPr>
            </a:lvl1pPr>
          </a:lstStyle>
          <a:p>
            <a:r>
              <a:rPr lang="en-GB"/>
              <a:t>Click to edit Master title style</a:t>
            </a:r>
            <a:endParaRPr lang="en-GB" dirty="0"/>
          </a:p>
        </p:txBody>
      </p:sp>
      <p:sp>
        <p:nvSpPr>
          <p:cNvPr id="19" name="Rectangle 3"/>
          <p:cNvSpPr>
            <a:spLocks noGrp="1" noChangeArrowheads="1"/>
          </p:cNvSpPr>
          <p:nvPr>
            <p:ph type="subTitle" idx="1"/>
          </p:nvPr>
        </p:nvSpPr>
        <p:spPr>
          <a:xfrm>
            <a:off x="772990" y="4826586"/>
            <a:ext cx="4066542" cy="895376"/>
          </a:xfrm>
        </p:spPr>
        <p:txBody>
          <a:bodyPr/>
          <a:lstStyle>
            <a:lvl1pPr marL="0" indent="0">
              <a:lnSpc>
                <a:spcPct val="90000"/>
              </a:lnSpc>
              <a:spcBef>
                <a:spcPct val="0"/>
              </a:spcBef>
              <a:spcAft>
                <a:spcPts val="0"/>
              </a:spcAft>
              <a:buFont typeface="Wingdings" pitchFamily="2" charset="2"/>
              <a:buNone/>
              <a:defRPr lang="en-GB" sz="1600" kern="1200" baseline="0" dirty="0">
                <a:solidFill>
                  <a:schemeClr val="tx1"/>
                </a:solidFill>
                <a:latin typeface="+mn-lt"/>
                <a:ea typeface="+mn-ea"/>
                <a:cs typeface="+mn-cs"/>
              </a:defRPr>
            </a:lvl1pPr>
          </a:lstStyle>
          <a:p>
            <a:r>
              <a:rPr lang="en-GB"/>
              <a:t>Click to edit Master subtitle style</a:t>
            </a:r>
            <a:endParaRPr lang="en-GB" dirty="0"/>
          </a:p>
        </p:txBody>
      </p:sp>
      <p:sp>
        <p:nvSpPr>
          <p:cNvPr id="18"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r>
              <a:rPr lang="en-GB" noProof="1"/>
              <a:t>October 2025</a:t>
            </a:r>
          </a:p>
        </p:txBody>
      </p:sp>
      <p:sp>
        <p:nvSpPr>
          <p:cNvPr id="2" name="TextBox 1" descr="CONFIDENTIAL_TAG_0xFFEE">
            <a:extLst>
              <a:ext uri="{FF2B5EF4-FFF2-40B4-BE49-F238E27FC236}">
                <a16:creationId xmlns:a16="http://schemas.microsoft.com/office/drawing/2014/main" id="{66ADA621-0FCB-C8F2-8FDC-E26DC33D1C52}"/>
              </a:ext>
            </a:extLst>
          </p:cNvPr>
          <p:cNvSpPr txBox="1"/>
          <p:nvPr userDrawn="1"/>
        </p:nvSpPr>
        <p:spPr>
          <a:xfrm>
            <a:off x="8457822" y="6481427"/>
            <a:ext cx="1079500" cy="169277"/>
          </a:xfrm>
          <a:prstGeom prst="rect">
            <a:avLst/>
          </a:prstGeom>
          <a:noFill/>
          <a:ln>
            <a:noFill/>
          </a:ln>
          <a:effectLst>
            <a:glow>
              <a:srgbClr val="000000"/>
            </a:glow>
          </a:effectLst>
        </p:spPr>
        <p:txBody>
          <a:bodyPr vert="horz" wrap="square" lIns="0" tIns="0" rIns="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chemeClr val="accent2"/>
                </a:solidFill>
                <a:effectLst/>
                <a:uLnTx/>
                <a:uFillTx/>
                <a:latin typeface="ShellMedium" panose="00000600000000000000" pitchFamily="50" charset="0"/>
                <a:ea typeface="+mn-ea"/>
                <a:cs typeface="+mn-cs"/>
              </a:rPr>
              <a:t>INTERNAL</a:t>
            </a:r>
            <a:endParaRPr kumimoji="0" lang="en-GB" sz="800" b="0" i="0" u="none" strike="noStrike" kern="1200" cap="none" spc="0" normalizeH="0" baseline="0" noProof="0" dirty="0">
              <a:ln>
                <a:noFill/>
              </a:ln>
              <a:solidFill>
                <a:schemeClr val="accent2"/>
              </a:solidFill>
              <a:effectLst/>
              <a:uLnTx/>
              <a:uFillTx/>
              <a:latin typeface="ShellMedium" panose="00000600000000000000" pitchFamily="50" charset="0"/>
              <a:ea typeface="+mn-ea"/>
              <a:cs typeface="+mn-cs"/>
            </a:endParaRPr>
          </a:p>
        </p:txBody>
      </p:sp>
    </p:spTree>
    <p:extLst>
      <p:ext uri="{BB962C8B-B14F-4D97-AF65-F5344CB8AC3E}">
        <p14:creationId xmlns:p14="http://schemas.microsoft.com/office/powerpoint/2010/main" val="2291707099"/>
      </p:ext>
    </p:extLst>
  </p:cSld>
  <p:clrMapOvr>
    <a:masterClrMapping/>
  </p:clrMapOvr>
  <p:transition/>
  <p:hf hdr="0"/>
  <p:extLst>
    <p:ext uri="{DCECCB84-F9BA-43D5-87BE-67443E8EF086}">
      <p15:sldGuideLst xmlns:p15="http://schemas.microsoft.com/office/powerpoint/2012/main">
        <p15:guide id="1" orient="horz" pos="2160" userDrawn="1">
          <p15:clr>
            <a:srgbClr val="FBAE40"/>
          </p15:clr>
        </p15:guide>
        <p15:guide id="2" orient="horz" pos="2260" userDrawn="1">
          <p15:clr>
            <a:srgbClr val="FBAE40"/>
          </p15:clr>
        </p15:guide>
        <p15:guide id="3" orient="horz" pos="236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4" name="Rectangle 2"/>
          <p:cNvSpPr>
            <a:spLocks noGrp="1" noChangeArrowheads="1"/>
          </p:cNvSpPr>
          <p:nvPr>
            <p:ph type="title"/>
          </p:nvPr>
        </p:nvSpPr>
        <p:spPr bwMode="auto">
          <a:xfrm>
            <a:off x="508000" y="712800"/>
            <a:ext cx="11171238" cy="808025"/>
          </a:xfrm>
          <a:prstGeom prst="rect">
            <a:avLst/>
          </a:prstGeom>
          <a:noFill/>
          <a:ln w="9525" algn="ctr">
            <a:noFill/>
            <a:miter lim="800000"/>
            <a:headEnd/>
            <a:tailEnd/>
          </a:ln>
        </p:spPr>
        <p:txBody>
          <a:bodyPr vert="horz" wrap="square" lIns="0" tIns="0" rIns="0" bIns="0" numCol="1" anchor="t" anchorCtr="0" compatLnSpc="1">
            <a:prstTxWarp prst="textNoShape">
              <a:avLst/>
            </a:prstTxWarp>
          </a:bodyPr>
          <a:lstStyle>
            <a:lvl1pPr>
              <a:lnSpc>
                <a:spcPct val="100000"/>
              </a:lnSpc>
              <a:defRPr lang="en-US" sz="2400" b="0" kern="1200" cap="none" baseline="0" noProof="0" dirty="0" smtClean="0">
                <a:solidFill>
                  <a:schemeClr val="tx1"/>
                </a:solidFill>
                <a:latin typeface="+mj-lt"/>
                <a:ea typeface="+mj-ea"/>
                <a:cs typeface="+mj-cs"/>
              </a:defRPr>
            </a:lvl1pPr>
          </a:lstStyle>
          <a:p>
            <a:pPr lvl="0" algn="l" defTabSz="1219170" rtl="0" eaLnBrk="1" latinLnBrk="0" hangingPunct="1">
              <a:lnSpc>
                <a:spcPct val="95000"/>
              </a:lnSpc>
              <a:spcBef>
                <a:spcPct val="0"/>
              </a:spcBef>
              <a:buNone/>
            </a:pPr>
            <a:r>
              <a:rPr lang="en-GB"/>
              <a:t>Click to edit Master title style</a:t>
            </a:r>
            <a:endParaRPr lang="en-GB" dirty="0"/>
          </a:p>
        </p:txBody>
      </p:sp>
      <p:sp>
        <p:nvSpPr>
          <p:cNvPr id="13"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14"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tx1"/>
                </a:solidFill>
                <a:latin typeface="+mn-lt"/>
                <a:cs typeface="Arial" pitchFamily="34" charset="0"/>
              </a:defRPr>
            </a:lvl1pPr>
          </a:lstStyle>
          <a:p>
            <a:pPr>
              <a:defRPr/>
            </a:pPr>
            <a:r>
              <a:rPr lang="en-GB" noProof="1"/>
              <a:t> </a:t>
            </a:r>
          </a:p>
        </p:txBody>
      </p:sp>
      <p:sp>
        <p:nvSpPr>
          <p:cNvPr id="7"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r>
              <a:rPr lang="en-GB" noProof="1"/>
              <a:t>October 2025</a:t>
            </a:r>
          </a:p>
        </p:txBody>
      </p:sp>
      <p:sp>
        <p:nvSpPr>
          <p:cNvPr id="2" name="TextBox 1" descr="CONFIDENTIAL_TAG_0xFFEE">
            <a:extLst>
              <a:ext uri="{FF2B5EF4-FFF2-40B4-BE49-F238E27FC236}">
                <a16:creationId xmlns:a16="http://schemas.microsoft.com/office/drawing/2014/main" id="{015EB680-6009-42F1-0282-C8A730AF51B8}"/>
              </a:ext>
            </a:extLst>
          </p:cNvPr>
          <p:cNvSpPr txBox="1"/>
          <p:nvPr userDrawn="1"/>
        </p:nvSpPr>
        <p:spPr>
          <a:xfrm>
            <a:off x="8457822" y="6481427"/>
            <a:ext cx="1079500" cy="169277"/>
          </a:xfrm>
          <a:prstGeom prst="rect">
            <a:avLst/>
          </a:prstGeom>
          <a:noFill/>
          <a:ln>
            <a:noFill/>
          </a:ln>
          <a:effectLst>
            <a:glow>
              <a:srgbClr val="000000"/>
            </a:glow>
          </a:effectLst>
        </p:spPr>
        <p:txBody>
          <a:bodyPr vert="horz" wrap="square" lIns="0" tIns="0" rIns="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chemeClr val="accent2"/>
                </a:solidFill>
                <a:effectLst/>
                <a:uLnTx/>
                <a:uFillTx/>
                <a:latin typeface="ShellMedium" panose="00000600000000000000" pitchFamily="50" charset="0"/>
                <a:ea typeface="+mn-ea"/>
                <a:cs typeface="+mn-cs"/>
              </a:rPr>
              <a:t>INTERNAL</a:t>
            </a:r>
            <a:endParaRPr kumimoji="0" lang="en-GB" sz="800" b="0" i="0" u="none" strike="noStrike" kern="1200" cap="none" spc="0" normalizeH="0" baseline="0" noProof="0" dirty="0">
              <a:ln>
                <a:noFill/>
              </a:ln>
              <a:solidFill>
                <a:schemeClr val="accent2"/>
              </a:solidFill>
              <a:effectLst/>
              <a:uLnTx/>
              <a:uFillTx/>
              <a:latin typeface="ShellMedium" panose="00000600000000000000" pitchFamily="50" charset="0"/>
              <a:ea typeface="+mn-ea"/>
              <a:cs typeface="+mn-cs"/>
            </a:endParaRPr>
          </a:p>
        </p:txBody>
      </p:sp>
    </p:spTree>
  </p:cSld>
  <p:clrMapOvr>
    <a:masterClrMapping/>
  </p:clrMapOvr>
  <p:transition/>
  <p:hf hd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Quotation - Full Screen image">
    <p:spTree>
      <p:nvGrpSpPr>
        <p:cNvPr id="1" name=""/>
        <p:cNvGrpSpPr/>
        <p:nvPr/>
      </p:nvGrpSpPr>
      <p:grpSpPr>
        <a:xfrm>
          <a:off x="0" y="0"/>
          <a:ext cx="0" cy="0"/>
          <a:chOff x="0" y="0"/>
          <a:chExt cx="0" cy="0"/>
        </a:xfrm>
      </p:grpSpPr>
      <p:sp>
        <p:nvSpPr>
          <p:cNvPr id="6" name="Picture Placeholder 2" descr="&lt;ignore&gt;"/>
          <p:cNvSpPr>
            <a:spLocks noGrp="1"/>
          </p:cNvSpPr>
          <p:nvPr>
            <p:ph type="pic" sz="quarter" idx="12"/>
          </p:nvPr>
        </p:nvSpPr>
        <p:spPr bwMode="auto">
          <a:xfrm>
            <a:off x="0" y="0"/>
            <a:ext cx="12194382" cy="6858000"/>
          </a:xfrm>
          <a:prstGeom prst="rect">
            <a:avLst/>
          </a:prstGeom>
          <a:noFill/>
          <a:ln w="3175" algn="ctr">
            <a:noFill/>
            <a:miter lim="800000"/>
            <a:headEnd/>
            <a:tailEnd/>
          </a:ln>
        </p:spPr>
        <p:txBody>
          <a:bodyPr/>
          <a:lstStyle>
            <a:lvl1pPr>
              <a:defRPr sz="2133"/>
            </a:lvl1pPr>
          </a:lstStyle>
          <a:p>
            <a:r>
              <a:rPr lang="en-GB"/>
              <a:t>Click icon to add picture</a:t>
            </a:r>
            <a:endParaRPr lang="en-GB" dirty="0"/>
          </a:p>
        </p:txBody>
      </p:sp>
      <p:sp>
        <p:nvSpPr>
          <p:cNvPr id="8"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r>
              <a:rPr lang="en-GB" noProof="1"/>
              <a:t>October 2025</a:t>
            </a:r>
          </a:p>
        </p:txBody>
      </p:sp>
      <p:sp>
        <p:nvSpPr>
          <p:cNvPr id="14"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16"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tx1"/>
                </a:solidFill>
                <a:latin typeface="+mn-lt"/>
                <a:cs typeface="Arial" pitchFamily="34" charset="0"/>
              </a:defRPr>
            </a:lvl1pPr>
          </a:lstStyle>
          <a:p>
            <a:pPr>
              <a:defRPr/>
            </a:pPr>
            <a:r>
              <a:rPr lang="en-GB" noProof="1"/>
              <a:t> </a:t>
            </a:r>
          </a:p>
        </p:txBody>
      </p:sp>
      <p:sp>
        <p:nvSpPr>
          <p:cNvPr id="3" name="Text Placeholder 2" descr="&lt;IGNORE&gt;" title="&lt;IGNORE&gt;"/>
          <p:cNvSpPr>
            <a:spLocks noGrp="1"/>
          </p:cNvSpPr>
          <p:nvPr>
            <p:ph type="body" sz="quarter" idx="13"/>
          </p:nvPr>
        </p:nvSpPr>
        <p:spPr>
          <a:xfrm>
            <a:off x="513179" y="1681888"/>
            <a:ext cx="11166561" cy="2861742"/>
          </a:xfrm>
        </p:spPr>
        <p:txBody>
          <a:bodyPr/>
          <a:lstStyle>
            <a:lvl1pPr>
              <a:lnSpc>
                <a:spcPct val="110000"/>
              </a:lnSpc>
              <a:defRPr lang="en-US" sz="3600" b="0" kern="1200" dirty="0" smtClean="0">
                <a:solidFill>
                  <a:schemeClr val="tx1"/>
                </a:solidFill>
                <a:latin typeface="+mj-lt"/>
                <a:ea typeface="+mn-ea"/>
                <a:cs typeface="+mn-cs"/>
              </a:defRPr>
            </a:lvl1pPr>
          </a:lstStyle>
          <a:p>
            <a:pPr lvl="0"/>
            <a:r>
              <a:rPr lang="en-GB"/>
              <a:t>Click to edit Master text styles</a:t>
            </a:r>
            <a:endParaRPr lang="en-GB" dirty="0"/>
          </a:p>
        </p:txBody>
      </p:sp>
      <p:sp>
        <p:nvSpPr>
          <p:cNvPr id="2" name="TextBox 1" descr="CONFIDENTIAL_TAG_0xFFEE">
            <a:extLst>
              <a:ext uri="{FF2B5EF4-FFF2-40B4-BE49-F238E27FC236}">
                <a16:creationId xmlns:a16="http://schemas.microsoft.com/office/drawing/2014/main" id="{9C8643B3-2E39-9C02-DD70-90E15205A964}"/>
              </a:ext>
            </a:extLst>
          </p:cNvPr>
          <p:cNvSpPr txBox="1"/>
          <p:nvPr userDrawn="1"/>
        </p:nvSpPr>
        <p:spPr>
          <a:xfrm>
            <a:off x="8457822" y="6481427"/>
            <a:ext cx="1079500" cy="169277"/>
          </a:xfrm>
          <a:prstGeom prst="rect">
            <a:avLst/>
          </a:prstGeom>
          <a:noFill/>
          <a:ln>
            <a:noFill/>
          </a:ln>
          <a:effectLst>
            <a:glow>
              <a:srgbClr val="000000"/>
            </a:glow>
          </a:effectLst>
        </p:spPr>
        <p:txBody>
          <a:bodyPr vert="horz" wrap="square" lIns="0" tIns="0" rIns="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chemeClr val="accent2"/>
                </a:solidFill>
                <a:effectLst/>
                <a:uLnTx/>
                <a:uFillTx/>
                <a:latin typeface="ShellMedium" panose="00000600000000000000" pitchFamily="50" charset="0"/>
                <a:ea typeface="+mn-ea"/>
                <a:cs typeface="+mn-cs"/>
              </a:rPr>
              <a:t>INTERNAL</a:t>
            </a:r>
            <a:endParaRPr kumimoji="0" lang="en-GB" sz="800" b="0" i="0" u="none" strike="noStrike" kern="1200" cap="none" spc="0" normalizeH="0" baseline="0" noProof="0" dirty="0">
              <a:ln>
                <a:noFill/>
              </a:ln>
              <a:solidFill>
                <a:schemeClr val="accent2"/>
              </a:solidFill>
              <a:effectLst/>
              <a:uLnTx/>
              <a:uFillTx/>
              <a:latin typeface="ShellMedium" panose="00000600000000000000" pitchFamily="50" charset="0"/>
              <a:ea typeface="+mn-ea"/>
              <a:cs typeface="+mn-cs"/>
            </a:endParaRPr>
          </a:p>
        </p:txBody>
      </p:sp>
    </p:spTree>
    <p:extLst>
      <p:ext uri="{BB962C8B-B14F-4D97-AF65-F5344CB8AC3E}">
        <p14:creationId xmlns:p14="http://schemas.microsoft.com/office/powerpoint/2010/main" val="1313662350"/>
      </p:ext>
    </p:extLst>
  </p:cSld>
  <p:clrMapOvr>
    <a:masterClrMapping/>
  </p:clrMapOvr>
  <p:transition/>
  <p:hf hdr="0"/>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Q&amp;A">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a:extLst>
              <a:ext uri="{28A0092B-C50C-407E-A947-70E740481C1C}">
                <a14:useLocalDpi xmlns:a14="http://schemas.microsoft.com/office/drawing/2010/main" val="0"/>
              </a:ext>
            </a:extLst>
          </a:blip>
          <a:srcRect l="4235" t="4524"/>
          <a:stretch/>
        </p:blipFill>
        <p:spPr>
          <a:xfrm>
            <a:off x="0" y="0"/>
            <a:ext cx="12192000" cy="6858000"/>
          </a:xfrm>
          <a:prstGeom prst="rect">
            <a:avLst/>
          </a:prstGeom>
        </p:spPr>
      </p:pic>
      <p:pic>
        <p:nvPicPr>
          <p:cNvPr id="14" name="Picture 13"/>
          <p:cNvPicPr>
            <a:picLocks noChangeAspect="1"/>
          </p:cNvPicPr>
          <p:nvPr userDrawn="1"/>
        </p:nvPicPr>
        <p:blipFill rotWithShape="1">
          <a:blip r:embed="rId3">
            <a:extLst>
              <a:ext uri="{28A0092B-C50C-407E-A947-70E740481C1C}">
                <a14:useLocalDpi xmlns:a14="http://schemas.microsoft.com/office/drawing/2010/main" val="0"/>
              </a:ext>
            </a:extLst>
          </a:blip>
          <a:srcRect t="21234" r="47297" b="27130"/>
          <a:stretch/>
        </p:blipFill>
        <p:spPr>
          <a:xfrm>
            <a:off x="5207633" y="0"/>
            <a:ext cx="6999607" cy="6858000"/>
          </a:xfrm>
          <a:prstGeom prst="rect">
            <a:avLst/>
          </a:prstGeom>
        </p:spPr>
      </p:pic>
      <p:sp>
        <p:nvSpPr>
          <p:cNvPr id="24" name="Title 1"/>
          <p:cNvSpPr>
            <a:spLocks noGrp="1"/>
          </p:cNvSpPr>
          <p:nvPr>
            <p:ph type="title" hasCustomPrompt="1"/>
          </p:nvPr>
        </p:nvSpPr>
        <p:spPr>
          <a:xfrm>
            <a:off x="766800" y="2344620"/>
            <a:ext cx="5187472" cy="1362075"/>
          </a:xfrm>
          <a:prstGeom prst="rect">
            <a:avLst/>
          </a:prstGeom>
        </p:spPr>
        <p:txBody>
          <a:bodyPr lIns="0" tIns="0" rIns="0" bIns="0"/>
          <a:lstStyle>
            <a:lvl1pPr algn="l">
              <a:defRPr sz="1400" b="0" cap="none" baseline="0">
                <a:solidFill>
                  <a:schemeClr val="tx1"/>
                </a:solidFill>
                <a:latin typeface="ShellMedium" panose="00000600000000000000" pitchFamily="2" charset="0"/>
              </a:defRPr>
            </a:lvl1pPr>
          </a:lstStyle>
          <a:p>
            <a:r>
              <a:rPr lang="en-GB" dirty="0"/>
              <a:t>Click to edit Master title style, if required</a:t>
            </a:r>
          </a:p>
        </p:txBody>
      </p:sp>
      <p:sp>
        <p:nvSpPr>
          <p:cNvPr id="25" name="Text Placeholder 2"/>
          <p:cNvSpPr>
            <a:spLocks noGrp="1"/>
          </p:cNvSpPr>
          <p:nvPr>
            <p:ph type="body" idx="1" hasCustomPrompt="1"/>
          </p:nvPr>
        </p:nvSpPr>
        <p:spPr>
          <a:xfrm>
            <a:off x="766800" y="723550"/>
            <a:ext cx="6375761" cy="1400214"/>
          </a:xfrm>
          <a:prstGeom prst="rect">
            <a:avLst/>
          </a:prstGeom>
        </p:spPr>
        <p:txBody>
          <a:bodyPr lIns="0" tIns="0" rIns="0" bIns="0" anchor="t" anchorCtr="0"/>
          <a:lstStyle>
            <a:lvl1pPr marL="0" indent="0">
              <a:lnSpc>
                <a:spcPct val="100000"/>
              </a:lnSpc>
              <a:spcAft>
                <a:spcPts val="0"/>
              </a:spcAft>
              <a:buNone/>
              <a:defRPr sz="9600" b="0" cap="none" baseline="0">
                <a:solidFill>
                  <a:srgbClr val="FFC600"/>
                </a:solidFill>
                <a:latin typeface="ShellHeavy" panose="00000700000000000000" pitchFamily="2"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GB" dirty="0"/>
              <a:t>Q&amp;A</a:t>
            </a:r>
          </a:p>
        </p:txBody>
      </p:sp>
      <p:sp>
        <p:nvSpPr>
          <p:cNvPr id="26" name="Rectangle 4" descr="Rectangle 4"/>
          <p:cNvSpPr>
            <a:spLocks noGrp="1" noChangeArrowheads="1"/>
          </p:cNvSpPr>
          <p:nvPr>
            <p:ph type="dt" sz="half" idx="2"/>
          </p:nvPr>
        </p:nvSpPr>
        <p:spPr bwMode="gray">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bg1"/>
                </a:solidFill>
                <a:latin typeface="+mn-lt"/>
                <a:ea typeface="+mn-ea"/>
                <a:cs typeface="Arial" pitchFamily="34" charset="0"/>
              </a:defRPr>
            </a:lvl1pPr>
          </a:lstStyle>
          <a:p>
            <a:pPr>
              <a:defRPr/>
            </a:pPr>
            <a:r>
              <a:rPr lang="en-GB" noProof="1"/>
              <a:t>October 2025</a:t>
            </a:r>
          </a:p>
        </p:txBody>
      </p:sp>
      <p:sp>
        <p:nvSpPr>
          <p:cNvPr id="27" name="Text Box 11" descr="&lt;COMPANY_NAME&gt;"/>
          <p:cNvSpPr txBox="1">
            <a:spLocks noChangeArrowheads="1"/>
          </p:cNvSpPr>
          <p:nvPr userDrawn="1"/>
        </p:nvSpPr>
        <p:spPr bwMode="gray">
          <a:xfrm>
            <a:off x="512259" y="6469199"/>
            <a:ext cx="3360000" cy="237600"/>
          </a:xfrm>
          <a:prstGeom prst="rect">
            <a:avLst/>
          </a:prstGeom>
          <a:noFill/>
          <a:ln w="9525" algn="ctr">
            <a:noFill/>
            <a:miter lim="800000"/>
            <a:headEnd/>
            <a:tailEnd/>
          </a:ln>
          <a:effectLst/>
        </p:spPr>
        <p:txBody>
          <a:bodyPr wrap="none" lIns="0" tIns="0" rIns="0" anchor="t" anchorCtr="0">
            <a:noAutofit/>
          </a:bodyPr>
          <a:lstStyle/>
          <a:p>
            <a:pPr>
              <a:defRPr/>
            </a:pPr>
            <a:r>
              <a:rPr lang="en-GB" sz="850" noProof="1">
                <a:solidFill>
                  <a:schemeClr val="bg1"/>
                </a:solidFill>
                <a:latin typeface="+mn-lt"/>
                <a:cs typeface="Arial" pitchFamily="34" charset="0"/>
              </a:rPr>
              <a:t>Copyright of Shell International B.V.</a:t>
            </a:r>
          </a:p>
        </p:txBody>
      </p:sp>
      <p:sp>
        <p:nvSpPr>
          <p:cNvPr id="28" name="Rectangle 6" descr="Rectangle 6"/>
          <p:cNvSpPr>
            <a:spLocks noGrp="1" noChangeArrowheads="1"/>
          </p:cNvSpPr>
          <p:nvPr>
            <p:ph type="sldNum" sz="quarter" idx="4"/>
          </p:nvPr>
        </p:nvSpPr>
        <p:spPr bwMode="gray">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bg1"/>
                </a:solidFill>
                <a:latin typeface="+mn-lt"/>
                <a:cs typeface="Arial" pitchFamily="34" charset="0"/>
              </a:defRPr>
            </a:lvl1pPr>
          </a:lstStyle>
          <a:p>
            <a:fld id="{D32BAE6A-B452-4007-8177-56DD051636F9}" type="slidenum">
              <a:rPr lang="en-GB" noProof="1" smtClean="0"/>
              <a:pPr/>
              <a:t>‹#›</a:t>
            </a:fld>
            <a:endParaRPr lang="en-GB" noProof="1"/>
          </a:p>
        </p:txBody>
      </p:sp>
      <p:sp>
        <p:nvSpPr>
          <p:cNvPr id="29" name="Rectangle 5"/>
          <p:cNvSpPr>
            <a:spLocks noGrp="1" noChangeArrowheads="1"/>
          </p:cNvSpPr>
          <p:nvPr>
            <p:ph type="ftr" sz="quarter" idx="3"/>
          </p:nvPr>
        </p:nvSpPr>
        <p:spPr bwMode="gray">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bg1"/>
                </a:solidFill>
                <a:latin typeface="+mn-lt"/>
                <a:cs typeface="Arial" pitchFamily="34" charset="0"/>
              </a:defRPr>
            </a:lvl1pPr>
          </a:lstStyle>
          <a:p>
            <a:pPr>
              <a:defRPr/>
            </a:pPr>
            <a:r>
              <a:rPr lang="en-GB" noProof="1"/>
              <a:t> </a:t>
            </a:r>
          </a:p>
        </p:txBody>
      </p:sp>
      <p:sp>
        <p:nvSpPr>
          <p:cNvPr id="3" name="TextBox 2" descr="CONFIDENTIAL_TAG_0xFFEE">
            <a:extLst>
              <a:ext uri="{FF2B5EF4-FFF2-40B4-BE49-F238E27FC236}">
                <a16:creationId xmlns:a16="http://schemas.microsoft.com/office/drawing/2014/main" id="{4EE05AE5-2DBA-8F6A-263C-488E4168C3FB}"/>
              </a:ext>
            </a:extLst>
          </p:cNvPr>
          <p:cNvSpPr txBox="1"/>
          <p:nvPr userDrawn="1"/>
        </p:nvSpPr>
        <p:spPr>
          <a:xfrm>
            <a:off x="8457822" y="6481427"/>
            <a:ext cx="1079500" cy="169277"/>
          </a:xfrm>
          <a:prstGeom prst="rect">
            <a:avLst/>
          </a:prstGeom>
          <a:noFill/>
          <a:ln>
            <a:noFill/>
          </a:ln>
          <a:effectLst>
            <a:glow>
              <a:srgbClr val="000000"/>
            </a:glow>
          </a:effectLst>
        </p:spPr>
        <p:txBody>
          <a:bodyPr vert="horz" wrap="square" lIns="0" tIns="0" rIns="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chemeClr val="accent2"/>
                </a:solidFill>
                <a:effectLst/>
                <a:uLnTx/>
                <a:uFillTx/>
                <a:latin typeface="ShellMedium" panose="00000600000000000000" pitchFamily="50" charset="0"/>
                <a:ea typeface="+mn-ea"/>
                <a:cs typeface="+mn-cs"/>
              </a:rPr>
              <a:t>INTERNAL</a:t>
            </a:r>
            <a:endParaRPr kumimoji="0" lang="en-GB" sz="800" b="0" i="0" u="none" strike="noStrike" kern="1200" cap="none" spc="0" normalizeH="0" baseline="0" noProof="0" dirty="0">
              <a:ln>
                <a:noFill/>
              </a:ln>
              <a:solidFill>
                <a:schemeClr val="accent2"/>
              </a:solidFill>
              <a:effectLst/>
              <a:uLnTx/>
              <a:uFillTx/>
              <a:latin typeface="ShellMedium" panose="00000600000000000000" pitchFamily="50" charset="0"/>
              <a:ea typeface="+mn-ea"/>
              <a:cs typeface="+mn-cs"/>
            </a:endParaRPr>
          </a:p>
        </p:txBody>
      </p:sp>
    </p:spTree>
  </p:cSld>
  <p:clrMapOvr>
    <a:masterClrMapping/>
  </p:clrMapOvr>
  <p:transition/>
  <p:hf hdr="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Q&amp;A - Opttion 2">
    <p:spTree>
      <p:nvGrpSpPr>
        <p:cNvPr id="1" name=""/>
        <p:cNvGrpSpPr/>
        <p:nvPr/>
      </p:nvGrpSpPr>
      <p:grpSpPr>
        <a:xfrm>
          <a:off x="0" y="0"/>
          <a:ext cx="0" cy="0"/>
          <a:chOff x="0" y="0"/>
          <a:chExt cx="0" cy="0"/>
        </a:xfrm>
      </p:grpSpPr>
      <p:pic>
        <p:nvPicPr>
          <p:cNvPr id="14" name="Picture 13"/>
          <p:cNvPicPr>
            <a:picLocks noChangeAspect="1"/>
          </p:cNvPicPr>
          <p:nvPr userDrawn="1"/>
        </p:nvPicPr>
        <p:blipFill rotWithShape="1">
          <a:blip r:embed="rId2">
            <a:extLst>
              <a:ext uri="{28A0092B-C50C-407E-A947-70E740481C1C}">
                <a14:useLocalDpi xmlns:a14="http://schemas.microsoft.com/office/drawing/2010/main" val="0"/>
              </a:ext>
            </a:extLst>
          </a:blip>
          <a:srcRect t="21234" r="47297" b="27130"/>
          <a:stretch/>
        </p:blipFill>
        <p:spPr>
          <a:xfrm>
            <a:off x="5207633" y="0"/>
            <a:ext cx="6999607" cy="6858000"/>
          </a:xfrm>
          <a:prstGeom prst="rect">
            <a:avLst/>
          </a:prstGeom>
        </p:spPr>
      </p:pic>
      <p:sp>
        <p:nvSpPr>
          <p:cNvPr id="24" name="Title 1"/>
          <p:cNvSpPr>
            <a:spLocks noGrp="1"/>
          </p:cNvSpPr>
          <p:nvPr>
            <p:ph type="title" hasCustomPrompt="1"/>
          </p:nvPr>
        </p:nvSpPr>
        <p:spPr>
          <a:xfrm>
            <a:off x="766800" y="4169538"/>
            <a:ext cx="5187472" cy="1362075"/>
          </a:xfrm>
          <a:prstGeom prst="rect">
            <a:avLst/>
          </a:prstGeom>
        </p:spPr>
        <p:txBody>
          <a:bodyPr lIns="0" tIns="0" rIns="0" bIns="0"/>
          <a:lstStyle>
            <a:lvl1pPr algn="l">
              <a:defRPr sz="1400" b="0" cap="none" baseline="0">
                <a:solidFill>
                  <a:schemeClr val="tx1"/>
                </a:solidFill>
                <a:latin typeface="ShellMedium" panose="00000600000000000000" pitchFamily="2" charset="0"/>
              </a:defRPr>
            </a:lvl1pPr>
          </a:lstStyle>
          <a:p>
            <a:r>
              <a:rPr lang="en-GB" dirty="0"/>
              <a:t>Click to edit Master title style, if required</a:t>
            </a:r>
          </a:p>
        </p:txBody>
      </p:sp>
      <p:sp>
        <p:nvSpPr>
          <p:cNvPr id="25" name="Text Placeholder 2"/>
          <p:cNvSpPr>
            <a:spLocks noGrp="1"/>
          </p:cNvSpPr>
          <p:nvPr>
            <p:ph type="body" idx="1" hasCustomPrompt="1"/>
          </p:nvPr>
        </p:nvSpPr>
        <p:spPr>
          <a:xfrm>
            <a:off x="766800" y="2548468"/>
            <a:ext cx="6375761" cy="1400214"/>
          </a:xfrm>
          <a:prstGeom prst="rect">
            <a:avLst/>
          </a:prstGeom>
        </p:spPr>
        <p:txBody>
          <a:bodyPr lIns="0" tIns="0" rIns="0" bIns="0" anchor="t" anchorCtr="0"/>
          <a:lstStyle>
            <a:lvl1pPr marL="0" indent="0">
              <a:lnSpc>
                <a:spcPct val="100000"/>
              </a:lnSpc>
              <a:spcAft>
                <a:spcPts val="0"/>
              </a:spcAft>
              <a:buNone/>
              <a:defRPr sz="9600" b="0" cap="none" baseline="0">
                <a:solidFill>
                  <a:schemeClr val="accent2"/>
                </a:solidFill>
                <a:latin typeface="ShellHeavy" panose="00000700000000000000" pitchFamily="2"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GB" dirty="0"/>
              <a:t>Q&amp;A</a:t>
            </a:r>
          </a:p>
        </p:txBody>
      </p:sp>
      <p:sp>
        <p:nvSpPr>
          <p:cNvPr id="26"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r>
              <a:rPr lang="en-GB" noProof="1"/>
              <a:t>October 2025</a:t>
            </a:r>
          </a:p>
        </p:txBody>
      </p:sp>
      <p:sp>
        <p:nvSpPr>
          <p:cNvPr id="28"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29"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tx1"/>
                </a:solidFill>
                <a:latin typeface="+mn-lt"/>
                <a:cs typeface="Arial" pitchFamily="34" charset="0"/>
              </a:defRPr>
            </a:lvl1pPr>
          </a:lstStyle>
          <a:p>
            <a:pPr>
              <a:defRPr/>
            </a:pPr>
            <a:r>
              <a:rPr lang="en-GB" noProof="1"/>
              <a:t> </a:t>
            </a:r>
          </a:p>
        </p:txBody>
      </p:sp>
      <p:sp>
        <p:nvSpPr>
          <p:cNvPr id="2" name="TextBox 1" descr="CONFIDENTIAL_TAG_0xFFEE">
            <a:extLst>
              <a:ext uri="{FF2B5EF4-FFF2-40B4-BE49-F238E27FC236}">
                <a16:creationId xmlns:a16="http://schemas.microsoft.com/office/drawing/2014/main" id="{530AF28C-C725-80AF-EFF0-E4F621100379}"/>
              </a:ext>
            </a:extLst>
          </p:cNvPr>
          <p:cNvSpPr txBox="1"/>
          <p:nvPr userDrawn="1"/>
        </p:nvSpPr>
        <p:spPr>
          <a:xfrm>
            <a:off x="8457822" y="6481427"/>
            <a:ext cx="1079500" cy="169277"/>
          </a:xfrm>
          <a:prstGeom prst="rect">
            <a:avLst/>
          </a:prstGeom>
          <a:noFill/>
          <a:ln>
            <a:noFill/>
          </a:ln>
          <a:effectLst>
            <a:glow>
              <a:srgbClr val="000000"/>
            </a:glow>
          </a:effectLst>
        </p:spPr>
        <p:txBody>
          <a:bodyPr vert="horz" wrap="square" lIns="0" tIns="0" rIns="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chemeClr val="accent2"/>
                </a:solidFill>
                <a:effectLst/>
                <a:uLnTx/>
                <a:uFillTx/>
                <a:latin typeface="ShellMedium" panose="00000600000000000000" pitchFamily="50" charset="0"/>
                <a:ea typeface="+mn-ea"/>
                <a:cs typeface="+mn-cs"/>
              </a:rPr>
              <a:t>INTERNAL</a:t>
            </a:r>
            <a:endParaRPr kumimoji="0" lang="en-GB" sz="800" b="0" i="0" u="none" strike="noStrike" kern="1200" cap="none" spc="0" normalizeH="0" baseline="0" noProof="0" dirty="0">
              <a:ln>
                <a:noFill/>
              </a:ln>
              <a:solidFill>
                <a:schemeClr val="accent2"/>
              </a:solidFill>
              <a:effectLst/>
              <a:uLnTx/>
              <a:uFillTx/>
              <a:latin typeface="ShellMedium" panose="00000600000000000000" pitchFamily="50" charset="0"/>
              <a:ea typeface="+mn-ea"/>
              <a:cs typeface="+mn-cs"/>
            </a:endParaRPr>
          </a:p>
        </p:txBody>
      </p:sp>
    </p:spTree>
    <p:extLst>
      <p:ext uri="{BB962C8B-B14F-4D97-AF65-F5344CB8AC3E}">
        <p14:creationId xmlns:p14="http://schemas.microsoft.com/office/powerpoint/2010/main" val="789108116"/>
      </p:ext>
    </p:extLst>
  </p:cSld>
  <p:clrMapOvr>
    <a:masterClrMapping/>
  </p:clrMapOvr>
  <p:transition/>
  <p:hf hdr="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defRPr sz="850">
                <a:solidFill>
                  <a:schemeClr val="tx1"/>
                </a:solidFill>
                <a:latin typeface="+mn-lt"/>
                <a:cs typeface="Arial" pitchFamily="34" charset="0"/>
              </a:defRPr>
            </a:lvl1pPr>
          </a:lstStyle>
          <a:p>
            <a:pPr>
              <a:defRPr/>
            </a:pPr>
            <a:r>
              <a:rPr lang="en-GB" noProof="1"/>
              <a:t> </a:t>
            </a:r>
          </a:p>
        </p:txBody>
      </p:sp>
      <p:sp>
        <p:nvSpPr>
          <p:cNvPr id="10"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r>
              <a:rPr lang="en-GB" noProof="1"/>
              <a:t>October 2025</a:t>
            </a:r>
          </a:p>
        </p:txBody>
      </p:sp>
      <p:sp>
        <p:nvSpPr>
          <p:cNvPr id="11"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12" name="Text Box 11" descr="&lt;COMPANY_NAME&gt;&#10;"/>
          <p:cNvSpPr txBox="1">
            <a:spLocks noChangeArrowheads="1"/>
          </p:cNvSpPr>
          <p:nvPr userDrawn="1"/>
        </p:nvSpPr>
        <p:spPr bwMode="auto">
          <a:xfrm>
            <a:off x="512259" y="6469199"/>
            <a:ext cx="3360000" cy="237600"/>
          </a:xfrm>
          <a:prstGeom prst="rect">
            <a:avLst/>
          </a:prstGeom>
          <a:noFill/>
          <a:ln w="9525" algn="ctr">
            <a:noFill/>
            <a:miter lim="800000"/>
            <a:headEnd/>
            <a:tailEnd/>
          </a:ln>
          <a:effectLst/>
        </p:spPr>
        <p:txBody>
          <a:bodyPr wrap="none" lIns="0" tIns="0" rIns="0" anchor="t" anchorCtr="0">
            <a:noAutofit/>
          </a:bodyPr>
          <a:lstStyle/>
          <a:p>
            <a:pPr>
              <a:defRPr/>
            </a:pPr>
            <a:r>
              <a:rPr lang="en-GB" sz="850" noProof="1">
                <a:solidFill>
                  <a:schemeClr val="tx1"/>
                </a:solidFill>
                <a:latin typeface="+mn-lt"/>
                <a:cs typeface="Arial" pitchFamily="34" charset="0"/>
              </a:rPr>
              <a:t>Copyright of Shell International B.V.</a:t>
            </a:r>
          </a:p>
        </p:txBody>
      </p:sp>
      <p:sp>
        <p:nvSpPr>
          <p:cNvPr id="2" name="TextBox 1" descr="CONFIDENTIAL_TAG_0xFFEE">
            <a:extLst>
              <a:ext uri="{FF2B5EF4-FFF2-40B4-BE49-F238E27FC236}">
                <a16:creationId xmlns:a16="http://schemas.microsoft.com/office/drawing/2014/main" id="{F9FB1DC3-2008-3AFE-08EE-680466E563E1}"/>
              </a:ext>
            </a:extLst>
          </p:cNvPr>
          <p:cNvSpPr txBox="1"/>
          <p:nvPr userDrawn="1"/>
        </p:nvSpPr>
        <p:spPr>
          <a:xfrm>
            <a:off x="8457822" y="6481427"/>
            <a:ext cx="1079500" cy="169277"/>
          </a:xfrm>
          <a:prstGeom prst="rect">
            <a:avLst/>
          </a:prstGeom>
          <a:noFill/>
          <a:ln>
            <a:noFill/>
          </a:ln>
          <a:effectLst>
            <a:glow>
              <a:srgbClr val="000000"/>
            </a:glow>
          </a:effectLst>
        </p:spPr>
        <p:txBody>
          <a:bodyPr vert="horz" wrap="square" lIns="0" tIns="0" rIns="0" bIns="4572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800" b="0" i="0" u="none" strike="noStrike" kern="1200" cap="none" spc="0" normalizeH="0" baseline="0" noProof="0">
                <a:ln>
                  <a:noFill/>
                </a:ln>
                <a:solidFill>
                  <a:schemeClr val="accent2"/>
                </a:solidFill>
                <a:effectLst/>
                <a:uLnTx/>
                <a:uFillTx/>
                <a:latin typeface="ShellMedium" panose="00000600000000000000" pitchFamily="50" charset="0"/>
                <a:ea typeface="+mn-ea"/>
                <a:cs typeface="+mn-cs"/>
              </a:rPr>
              <a:t>INTERNAL</a:t>
            </a:r>
            <a:endParaRPr kumimoji="0" lang="en-GB" sz="800" b="0" i="0" u="none" strike="noStrike" kern="1200" cap="none" spc="0" normalizeH="0" baseline="0" noProof="0" dirty="0">
              <a:ln>
                <a:noFill/>
              </a:ln>
              <a:solidFill>
                <a:schemeClr val="accent2"/>
              </a:solidFill>
              <a:effectLst/>
              <a:uLnTx/>
              <a:uFillTx/>
              <a:latin typeface="ShellMedium" panose="00000600000000000000" pitchFamily="50" charset="0"/>
              <a:ea typeface="+mn-ea"/>
              <a:cs typeface="+mn-cs"/>
            </a:endParaRPr>
          </a:p>
        </p:txBody>
      </p:sp>
    </p:spTree>
  </p:cSld>
  <p:clrMapOvr>
    <a:masterClrMapping/>
  </p:clrMapOvr>
  <p:transition/>
  <p:hf hdr="0"/>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End Slide (Mandatory)">
    <p:spTree>
      <p:nvGrpSpPr>
        <p:cNvPr id="1" name=""/>
        <p:cNvGrpSpPr/>
        <p:nvPr/>
      </p:nvGrpSpPr>
      <p:grpSpPr>
        <a:xfrm>
          <a:off x="0" y="0"/>
          <a:ext cx="0" cy="0"/>
          <a:chOff x="0" y="0"/>
          <a:chExt cx="0" cy="0"/>
        </a:xfrm>
      </p:grpSpPr>
      <p:pic>
        <p:nvPicPr>
          <p:cNvPr id="4" name="Picture 3" descr="Logo&#10;&#10;Description automatically generated">
            <a:extLst>
              <a:ext uri="{FF2B5EF4-FFF2-40B4-BE49-F238E27FC236}">
                <a16:creationId xmlns:a16="http://schemas.microsoft.com/office/drawing/2014/main" id="{A210578B-6748-D13F-2DB9-5CED7C14B3E0}"/>
              </a:ext>
            </a:extLst>
          </p:cNvPr>
          <p:cNvPicPr>
            <a:picLocks noChangeAspect="1"/>
          </p:cNvPicPr>
          <p:nvPr userDrawn="1"/>
        </p:nvPicPr>
        <p:blipFill rotWithShape="1">
          <a:blip r:embed="rId2">
            <a:alphaModFix/>
          </a:blip>
          <a:srcRect l="21052" t="21948" r="21837" b="21613"/>
          <a:stretch/>
        </p:blipFill>
        <p:spPr>
          <a:xfrm>
            <a:off x="4900055" y="2247127"/>
            <a:ext cx="2391891" cy="2363746"/>
          </a:xfrm>
          <a:prstGeom prst="rect">
            <a:avLst/>
          </a:prstGeom>
          <a:noFill/>
        </p:spPr>
      </p:pic>
    </p:spTree>
  </p:cSld>
  <p:clrMapOvr>
    <a:masterClrMapping/>
  </p:clrMapOvr>
  <p:transition/>
  <p:hf hdr="0"/>
  <p:extLst>
    <p:ext uri="{DCECCB84-F9BA-43D5-87BE-67443E8EF086}">
      <p15:sldGuideLst xmlns:p15="http://schemas.microsoft.com/office/powerpoint/2012/main">
        <p15:guide id="1" orient="horz" pos="216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5" name="Rectangle 3"/>
          <p:cNvSpPr>
            <a:spLocks noGrp="1" noChangeArrowheads="1"/>
          </p:cNvSpPr>
          <p:nvPr>
            <p:ph type="body" idx="1"/>
          </p:nvPr>
        </p:nvSpPr>
        <p:spPr bwMode="auto">
          <a:xfrm>
            <a:off x="765175" y="1665289"/>
            <a:ext cx="10914062" cy="4694184"/>
          </a:xfrm>
          <a:prstGeom prst="rect">
            <a:avLst/>
          </a:prstGeom>
          <a:noFill/>
          <a:ln w="9525" algn="ctr">
            <a:noFill/>
            <a:miter lim="800000"/>
            <a:headEnd/>
            <a:tailEnd/>
          </a:ln>
        </p:spPr>
        <p:txBody>
          <a:bodyPr vert="horz" wrap="square" lIns="0" tIns="0" rIns="0" bIns="0" numCol="1" anchor="t" anchorCtr="0" compatLnSpc="1">
            <a:prstTxWarp prst="textNoShape">
              <a:avLst/>
            </a:prstTxWarp>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16" name="Rectangle 2"/>
          <p:cNvSpPr>
            <a:spLocks noGrp="1" noChangeArrowheads="1"/>
          </p:cNvSpPr>
          <p:nvPr>
            <p:ph type="title"/>
          </p:nvPr>
        </p:nvSpPr>
        <p:spPr bwMode="auto">
          <a:xfrm>
            <a:off x="508000" y="712800"/>
            <a:ext cx="11171238" cy="808025"/>
          </a:xfrm>
          <a:prstGeom prst="rect">
            <a:avLst/>
          </a:prstGeom>
          <a:noFill/>
          <a:ln w="9525" algn="ctr">
            <a:noFill/>
            <a:miter lim="800000"/>
            <a:headEnd/>
            <a:tailEnd/>
          </a:ln>
        </p:spPr>
        <p:txBody>
          <a:bodyPr vert="horz" wrap="square" lIns="0" tIns="0" rIns="0" bIns="0" numCol="1" anchor="t" anchorCtr="0" compatLnSpc="1">
            <a:prstTxWarp prst="textNoShape">
              <a:avLst/>
            </a:prstTxWarp>
          </a:bodyPr>
          <a:lstStyle/>
          <a:p>
            <a:pPr lvl="0"/>
            <a:r>
              <a:rPr lang="en-GB"/>
              <a:t>Click to edit Master title style</a:t>
            </a:r>
            <a:endParaRPr lang="en-GB" dirty="0"/>
          </a:p>
        </p:txBody>
      </p:sp>
      <p:sp>
        <p:nvSpPr>
          <p:cNvPr id="4" name="Rectangle 3" descr="&lt;Shell Yellow Bar&gt;" title="&lt;Shell Yellow Bar&gt;"/>
          <p:cNvSpPr/>
          <p:nvPr userDrawn="1"/>
        </p:nvSpPr>
        <p:spPr bwMode="gray">
          <a:xfrm>
            <a:off x="-6201" y="508000"/>
            <a:ext cx="1269984" cy="38100"/>
          </a:xfrm>
          <a:prstGeom prst="rect">
            <a:avLst/>
          </a:prstGeom>
          <a:solidFill>
            <a:srgbClr val="FFC600"/>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GB" dirty="0">
              <a:solidFill>
                <a:schemeClr val="tx1"/>
              </a:solidFill>
            </a:endParaRPr>
          </a:p>
        </p:txBody>
      </p:sp>
      <p:sp>
        <p:nvSpPr>
          <p:cNvPr id="82" name="Rectangle 5"/>
          <p:cNvSpPr>
            <a:spLocks noGrp="1" noChangeArrowheads="1"/>
          </p:cNvSpPr>
          <p:nvPr>
            <p:ph type="ftr" sz="quarter" idx="3"/>
          </p:nvPr>
        </p:nvSpPr>
        <p:spPr bwMode="auto">
          <a:xfrm>
            <a:off x="3877056" y="6469199"/>
            <a:ext cx="4435312" cy="237600"/>
          </a:xfrm>
          <a:prstGeom prst="rect">
            <a:avLst/>
          </a:prstGeom>
          <a:noFill/>
          <a:ln w="9525">
            <a:noFill/>
            <a:miter lim="800000"/>
            <a:headEnd/>
            <a:tailEnd/>
          </a:ln>
          <a:effectLst/>
        </p:spPr>
        <p:txBody>
          <a:bodyPr vert="horz" wrap="square" lIns="0" tIns="0" rIns="0" bIns="45720" numCol="1" anchor="t" anchorCtr="0" compatLnSpc="1">
            <a:prstTxWarp prst="textNoShape">
              <a:avLst/>
            </a:prstTxWarp>
          </a:bodyPr>
          <a:lstStyle>
            <a:lvl1pPr algn="ctr">
              <a:defRPr sz="850">
                <a:solidFill>
                  <a:schemeClr val="tx1"/>
                </a:solidFill>
                <a:latin typeface="+mn-lt"/>
                <a:cs typeface="Arial" pitchFamily="34" charset="0"/>
              </a:defRPr>
            </a:lvl1pPr>
          </a:lstStyle>
          <a:p>
            <a:pPr>
              <a:defRPr/>
            </a:pPr>
            <a:r>
              <a:rPr lang="en-GB" noProof="1"/>
              <a:t> </a:t>
            </a:r>
          </a:p>
        </p:txBody>
      </p:sp>
      <p:sp>
        <p:nvSpPr>
          <p:cNvPr id="83" name="Rectangle 4" descr="Rectangle 4"/>
          <p:cNvSpPr>
            <a:spLocks noGrp="1" noChangeArrowheads="1"/>
          </p:cNvSpPr>
          <p:nvPr>
            <p:ph type="dt" sz="half" idx="2"/>
          </p:nvPr>
        </p:nvSpPr>
        <p:spPr bwMode="auto">
          <a:xfrm>
            <a:off x="9670343" y="6469200"/>
            <a:ext cx="1440000"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marL="0" algn="ctr" defTabSz="1219170" rtl="0" eaLnBrk="1" latinLnBrk="0" hangingPunct="1">
              <a:defRPr lang="en-US" sz="850" kern="1200" smtClean="0">
                <a:solidFill>
                  <a:schemeClr val="tx1"/>
                </a:solidFill>
                <a:latin typeface="+mn-lt"/>
                <a:ea typeface="+mn-ea"/>
                <a:cs typeface="Arial" pitchFamily="34" charset="0"/>
              </a:defRPr>
            </a:lvl1pPr>
          </a:lstStyle>
          <a:p>
            <a:pPr>
              <a:defRPr/>
            </a:pPr>
            <a:r>
              <a:rPr lang="en-GB" noProof="1"/>
              <a:t>October 2025</a:t>
            </a:r>
          </a:p>
        </p:txBody>
      </p:sp>
      <p:sp>
        <p:nvSpPr>
          <p:cNvPr id="85" name="Rectangle 6" descr="Rectangle 6"/>
          <p:cNvSpPr>
            <a:spLocks noGrp="1" noChangeArrowheads="1"/>
          </p:cNvSpPr>
          <p:nvPr>
            <p:ph type="sldNum" sz="quarter" idx="4"/>
          </p:nvPr>
        </p:nvSpPr>
        <p:spPr bwMode="auto">
          <a:xfrm>
            <a:off x="11324177" y="6469199"/>
            <a:ext cx="355564" cy="237600"/>
          </a:xfrm>
          <a:prstGeom prst="rect">
            <a:avLst/>
          </a:prstGeom>
          <a:noFill/>
          <a:ln w="9525">
            <a:noFill/>
            <a:miter lim="800000"/>
            <a:headEnd/>
            <a:tailEnd/>
          </a:ln>
          <a:effectLst/>
        </p:spPr>
        <p:txBody>
          <a:bodyPr vert="horz" wrap="none" lIns="0" tIns="0" rIns="0" bIns="45720" numCol="1" anchor="t" anchorCtr="0" compatLnSpc="1">
            <a:prstTxWarp prst="textNoShape">
              <a:avLst/>
            </a:prstTxWarp>
          </a:bodyPr>
          <a:lstStyle>
            <a:lvl1pPr algn="r">
              <a:defRPr sz="850">
                <a:solidFill>
                  <a:schemeClr val="tx1"/>
                </a:solidFill>
                <a:latin typeface="+mn-lt"/>
                <a:cs typeface="Arial" pitchFamily="34" charset="0"/>
              </a:defRPr>
            </a:lvl1pPr>
          </a:lstStyle>
          <a:p>
            <a:fld id="{D32BAE6A-B452-4007-8177-56DD051636F9}" type="slidenum">
              <a:rPr lang="en-GB" noProof="1" smtClean="0"/>
              <a:pPr/>
              <a:t>‹#›</a:t>
            </a:fld>
            <a:endParaRPr lang="en-GB" noProof="1"/>
          </a:p>
        </p:txBody>
      </p:sp>
      <p:sp>
        <p:nvSpPr>
          <p:cNvPr id="84" name="Text Box 11" descr="&lt;COMPANY_NAME&gt;&#10;"/>
          <p:cNvSpPr txBox="1">
            <a:spLocks noChangeArrowheads="1"/>
          </p:cNvSpPr>
          <p:nvPr userDrawn="1"/>
        </p:nvSpPr>
        <p:spPr bwMode="auto">
          <a:xfrm>
            <a:off x="512259" y="6469199"/>
            <a:ext cx="3360000" cy="237600"/>
          </a:xfrm>
          <a:prstGeom prst="rect">
            <a:avLst/>
          </a:prstGeom>
          <a:noFill/>
          <a:ln w="9525" algn="ctr">
            <a:noFill/>
            <a:miter lim="800000"/>
            <a:headEnd/>
            <a:tailEnd/>
          </a:ln>
          <a:effectLst/>
        </p:spPr>
        <p:txBody>
          <a:bodyPr wrap="none" lIns="0" tIns="0" rIns="0" anchor="t" anchorCtr="0">
            <a:noAutofit/>
          </a:bodyPr>
          <a:lstStyle/>
          <a:p>
            <a:pPr>
              <a:defRPr/>
            </a:pPr>
            <a:r>
              <a:rPr lang="en-GB" sz="850" noProof="1">
                <a:solidFill>
                  <a:schemeClr val="tx1"/>
                </a:solidFill>
                <a:latin typeface="+mn-lt"/>
                <a:cs typeface="Arial" pitchFamily="34" charset="0"/>
              </a:rPr>
              <a:t>Copyright of Shell International B.V.</a:t>
            </a:r>
          </a:p>
        </p:txBody>
      </p:sp>
      <p:sp>
        <p:nvSpPr>
          <p:cNvPr id="95" name="Rectangle 94" descr="&lt;Shell Yellow Bar&gt;" title="&lt;Shell Yellow Bar&gt;"/>
          <p:cNvSpPr/>
          <p:nvPr userDrawn="1"/>
        </p:nvSpPr>
        <p:spPr bwMode="gray">
          <a:xfrm>
            <a:off x="-3222" y="6820523"/>
            <a:ext cx="12193200" cy="38100"/>
          </a:xfrm>
          <a:prstGeom prst="rect">
            <a:avLst/>
          </a:prstGeom>
          <a:solidFill>
            <a:srgbClr val="FFC600"/>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GB" dirty="0">
              <a:solidFill>
                <a:schemeClr val="tx1"/>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95" r:id="rId2"/>
    <p:sldLayoutId id="2147483696" r:id="rId3"/>
    <p:sldLayoutId id="2147483698" r:id="rId4"/>
    <p:sldLayoutId id="2147483693" r:id="rId5"/>
    <p:sldLayoutId id="2147483705" r:id="rId6"/>
    <p:sldLayoutId id="2147483699" r:id="rId7"/>
    <p:sldLayoutId id="2147483691" r:id="rId8"/>
    <p:sldLayoutId id="2147483667" r:id="rId9"/>
    <p:sldLayoutId id="2147483692" r:id="rId10"/>
    <p:sldLayoutId id="2147483704" r:id="rId11"/>
    <p:sldLayoutId id="2147483694" r:id="rId12"/>
    <p:sldLayoutId id="2147483702" r:id="rId13"/>
    <p:sldLayoutId id="2147483703" r:id="rId14"/>
    <p:sldLayoutId id="2147483680" r:id="rId15"/>
    <p:sldLayoutId id="2147483697" r:id="rId16"/>
    <p:sldLayoutId id="2147483678" r:id="rId17"/>
    <p:sldLayoutId id="2147483700" r:id="rId18"/>
    <p:sldLayoutId id="2147483681" r:id="rId19"/>
    <p:sldLayoutId id="2147483701" r:id="rId20"/>
    <p:sldLayoutId id="2147483682" r:id="rId21"/>
    <p:sldLayoutId id="2147483683" r:id="rId22"/>
  </p:sldLayoutIdLst>
  <p:transition>
    <p:fade/>
  </p:transition>
  <p:hf hdr="0"/>
  <p:txStyles>
    <p:titleStyle>
      <a:lvl1pPr algn="l" defTabSz="1219170" rtl="0" eaLnBrk="1" latinLnBrk="0" hangingPunct="1">
        <a:lnSpc>
          <a:spcPct val="90000"/>
        </a:lnSpc>
        <a:spcBef>
          <a:spcPct val="0"/>
        </a:spcBef>
        <a:buNone/>
        <a:defRPr sz="2800" b="0" kern="1200" cap="none" baseline="0">
          <a:solidFill>
            <a:schemeClr val="tx1"/>
          </a:solidFill>
          <a:latin typeface="+mj-lt"/>
          <a:ea typeface="+mj-ea"/>
          <a:cs typeface="+mj-cs"/>
        </a:defRPr>
      </a:lvl1pPr>
    </p:titleStyle>
    <p:bodyStyle>
      <a:lvl1pPr marL="0" indent="0" algn="l" defTabSz="357708" rtl="0" eaLnBrk="1" latinLnBrk="0" hangingPunct="1">
        <a:lnSpc>
          <a:spcPct val="140000"/>
        </a:lnSpc>
        <a:spcBef>
          <a:spcPts val="0"/>
        </a:spcBef>
        <a:spcAft>
          <a:spcPts val="0"/>
        </a:spcAft>
        <a:buClr>
          <a:schemeClr val="accent2"/>
        </a:buClr>
        <a:buSzPct val="85000"/>
        <a:buFont typeface="Wingdings" pitchFamily="2" charset="2"/>
        <a:buNone/>
        <a:defRPr sz="1800" kern="1200" baseline="0">
          <a:solidFill>
            <a:schemeClr val="tx1"/>
          </a:solidFill>
          <a:latin typeface="+mn-lt"/>
          <a:ea typeface="+mn-ea"/>
          <a:cs typeface="+mn-cs"/>
        </a:defRPr>
      </a:lvl1pPr>
      <a:lvl2pPr marL="230400" indent="-230400" algn="l" defTabSz="357708" rtl="0" eaLnBrk="1" latinLnBrk="0" hangingPunct="1">
        <a:lnSpc>
          <a:spcPct val="140000"/>
        </a:lnSpc>
        <a:spcBef>
          <a:spcPts val="0"/>
        </a:spcBef>
        <a:spcAft>
          <a:spcPts val="0"/>
        </a:spcAft>
        <a:buClr>
          <a:schemeClr val="accent2"/>
        </a:buClr>
        <a:buSzPct val="75000"/>
        <a:buFont typeface="Wingdings" panose="05000000000000000000" pitchFamily="2" charset="2"/>
        <a:buChar char=""/>
        <a:defRPr sz="1800" b="0" kern="1200">
          <a:solidFill>
            <a:schemeClr val="tx1"/>
          </a:solidFill>
          <a:latin typeface="+mn-lt"/>
          <a:ea typeface="+mn-ea"/>
          <a:cs typeface="+mn-cs"/>
        </a:defRPr>
      </a:lvl2pPr>
      <a:lvl3pPr marL="459000" indent="-228600" algn="l" defTabSz="357708" rtl="0" eaLnBrk="1" latinLnBrk="0" hangingPunct="1">
        <a:lnSpc>
          <a:spcPct val="140000"/>
        </a:lnSpc>
        <a:spcBef>
          <a:spcPts val="0"/>
        </a:spcBef>
        <a:spcAft>
          <a:spcPts val="0"/>
        </a:spcAft>
        <a:buClr>
          <a:schemeClr val="accent2"/>
        </a:buClr>
        <a:buSzPct val="100000"/>
        <a:buFont typeface="Wingdings" panose="05000000000000000000" pitchFamily="2" charset="2"/>
        <a:buChar char=""/>
        <a:defRPr sz="1800" b="0" kern="1200">
          <a:solidFill>
            <a:schemeClr val="tx1"/>
          </a:solidFill>
          <a:latin typeface="+mn-lt"/>
          <a:ea typeface="+mn-ea"/>
          <a:cs typeface="+mn-cs"/>
        </a:defRPr>
      </a:lvl3pPr>
      <a:lvl4pPr marL="687600" indent="-2286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600" b="0" kern="1200" baseline="0">
          <a:solidFill>
            <a:schemeClr val="tx1"/>
          </a:solidFill>
          <a:latin typeface="+mn-lt"/>
          <a:ea typeface="+mn-ea"/>
          <a:cs typeface="+mn-cs"/>
        </a:defRPr>
      </a:lvl4pPr>
      <a:lvl5pPr marL="890800" indent="-2032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400" kern="1200">
          <a:solidFill>
            <a:schemeClr val="tx1"/>
          </a:solidFill>
          <a:latin typeface="+mn-lt"/>
          <a:ea typeface="+mn-ea"/>
          <a:cs typeface="+mn-cs"/>
        </a:defRPr>
      </a:lvl5pPr>
      <a:lvl6pPr marL="1043200" indent="-152400" algn="l" defTabSz="357708" rtl="0" eaLnBrk="1" latinLnBrk="0" hangingPunct="1">
        <a:lnSpc>
          <a:spcPct val="140000"/>
        </a:lnSpc>
        <a:spcBef>
          <a:spcPts val="0"/>
        </a:spcBef>
        <a:spcAft>
          <a:spcPts val="0"/>
        </a:spcAft>
        <a:buClr>
          <a:schemeClr val="tx1"/>
        </a:buClr>
        <a:buSzPct val="100000"/>
        <a:buFont typeface="Wingdings" panose="05000000000000000000" pitchFamily="2" charset="2"/>
        <a:buChar char=""/>
        <a:defRPr sz="1200" kern="1200" baseline="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pos="320" userDrawn="1">
          <p15:clr>
            <a:srgbClr val="F26B43"/>
          </p15:clr>
        </p15:guide>
        <p15:guide id="3" pos="7357" userDrawn="1">
          <p15:clr>
            <a:srgbClr val="F26B43"/>
          </p15:clr>
        </p15:guide>
        <p15:guide id="4" orient="horz" pos="444" userDrawn="1">
          <p15:clr>
            <a:srgbClr val="F26B43"/>
          </p15:clr>
        </p15:guide>
        <p15:guide id="5" orient="horz" pos="1049" userDrawn="1">
          <p15:clr>
            <a:srgbClr val="F26B43"/>
          </p15:clr>
        </p15:guide>
        <p15:guide id="6" orient="horz" pos="958" userDrawn="1">
          <p15:clr>
            <a:srgbClr val="F26B43"/>
          </p15:clr>
        </p15:guide>
        <p15:guide id="7" orient="horz" pos="4071" userDrawn="1">
          <p15:clr>
            <a:srgbClr val="F26B43"/>
          </p15:clr>
        </p15:guide>
        <p15:guide id="8" orient="horz" pos="4006" userDrawn="1">
          <p15:clr>
            <a:srgbClr val="F26B43"/>
          </p15:clr>
        </p15:guide>
        <p15:guide id="9" pos="3765" userDrawn="1">
          <p15:clr>
            <a:srgbClr val="F26B43"/>
          </p15:clr>
        </p15:guide>
        <p15:guide id="10" pos="3915" userDrawn="1">
          <p15:clr>
            <a:srgbClr val="F26B43"/>
          </p15:clr>
        </p15:guide>
        <p15:guide id="11" orient="horz" pos="320" userDrawn="1">
          <p15:clr>
            <a:srgbClr val="F26B43"/>
          </p15:clr>
        </p15:guide>
        <p15:guide id="12" orient="horz" pos="368" userDrawn="1">
          <p15:clr>
            <a:srgbClr val="F26B43"/>
          </p15:clr>
        </p15:guide>
        <p15:guide id="13" pos="1118" userDrawn="1">
          <p15:clr>
            <a:srgbClr val="F26B43"/>
          </p15:clr>
        </p15:guide>
        <p15:guide id="14" orient="horz" pos="4225" userDrawn="1">
          <p15:clr>
            <a:srgbClr val="F26B43"/>
          </p15:clr>
        </p15:guide>
        <p15:guide id="15" pos="482" userDrawn="1">
          <p15:clr>
            <a:srgbClr val="F26B43"/>
          </p15:clr>
        </p15:guide>
        <p15:guide id="16" pos="642" userDrawn="1">
          <p15:clr>
            <a:srgbClr val="F26B43"/>
          </p15:clr>
        </p15:guide>
        <p15:guide id="17" orient="horz" pos="1117"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8" Type="http://schemas.openxmlformats.org/officeDocument/2006/relationships/image" Target="../media/image11.svg"/><Relationship Id="rId13" Type="http://schemas.openxmlformats.org/officeDocument/2006/relationships/image" Target="../media/image16.png"/><Relationship Id="rId18" Type="http://schemas.openxmlformats.org/officeDocument/2006/relationships/image" Target="../media/image21.svg"/><Relationship Id="rId3" Type="http://schemas.openxmlformats.org/officeDocument/2006/relationships/image" Target="../media/image6.png"/><Relationship Id="rId7" Type="http://schemas.openxmlformats.org/officeDocument/2006/relationships/image" Target="../media/image10.png"/><Relationship Id="rId12" Type="http://schemas.openxmlformats.org/officeDocument/2006/relationships/image" Target="../media/image15.svg"/><Relationship Id="rId17" Type="http://schemas.openxmlformats.org/officeDocument/2006/relationships/image" Target="../media/image20.png"/><Relationship Id="rId2" Type="http://schemas.openxmlformats.org/officeDocument/2006/relationships/notesSlide" Target="../notesSlides/notesSlide6.xml"/><Relationship Id="rId16" Type="http://schemas.openxmlformats.org/officeDocument/2006/relationships/image" Target="../media/image19.svg"/><Relationship Id="rId20" Type="http://schemas.openxmlformats.org/officeDocument/2006/relationships/image" Target="../media/image23.svg"/><Relationship Id="rId1" Type="http://schemas.openxmlformats.org/officeDocument/2006/relationships/slideLayout" Target="../slideLayouts/slideLayout5.xml"/><Relationship Id="rId6" Type="http://schemas.openxmlformats.org/officeDocument/2006/relationships/image" Target="../media/image9.svg"/><Relationship Id="rId11" Type="http://schemas.openxmlformats.org/officeDocument/2006/relationships/image" Target="../media/image14.png"/><Relationship Id="rId5" Type="http://schemas.openxmlformats.org/officeDocument/2006/relationships/image" Target="../media/image8.png"/><Relationship Id="rId15" Type="http://schemas.openxmlformats.org/officeDocument/2006/relationships/image" Target="../media/image18.png"/><Relationship Id="rId10" Type="http://schemas.openxmlformats.org/officeDocument/2006/relationships/image" Target="../media/image13.svg"/><Relationship Id="rId19" Type="http://schemas.openxmlformats.org/officeDocument/2006/relationships/image" Target="../media/image22.png"/><Relationship Id="rId4" Type="http://schemas.openxmlformats.org/officeDocument/2006/relationships/image" Target="../media/image7.svg"/><Relationship Id="rId9" Type="http://schemas.openxmlformats.org/officeDocument/2006/relationships/image" Target="../media/image12.png"/><Relationship Id="rId1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image" Target="../media/image13.sv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21.sv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21"/>
          <p:cNvSpPr>
            <a:spLocks noGrp="1"/>
          </p:cNvSpPr>
          <p:nvPr>
            <p:ph type="ctrTitle"/>
          </p:nvPr>
        </p:nvSpPr>
        <p:spPr/>
        <p:txBody>
          <a:bodyPr/>
          <a:lstStyle/>
          <a:p>
            <a:r>
              <a:rPr lang="en-GB" dirty="0"/>
              <a:t>Feedstock Aggregator - Investor Market Dynamic 2</a:t>
            </a:r>
          </a:p>
        </p:txBody>
      </p:sp>
      <p:sp>
        <p:nvSpPr>
          <p:cNvPr id="23" name="Subtitle 22"/>
          <p:cNvSpPr>
            <a:spLocks noGrp="1"/>
          </p:cNvSpPr>
          <p:nvPr>
            <p:ph type="subTitle" idx="1"/>
          </p:nvPr>
        </p:nvSpPr>
        <p:spPr/>
        <p:txBody>
          <a:bodyPr/>
          <a:lstStyle/>
          <a:p>
            <a:r>
              <a:rPr lang="en-GB" dirty="0"/>
              <a:t>Iterating the market dynamic  </a:t>
            </a:r>
          </a:p>
        </p:txBody>
      </p:sp>
      <p:sp>
        <p:nvSpPr>
          <p:cNvPr id="24" name="Text Placeholder 23"/>
          <p:cNvSpPr>
            <a:spLocks noGrp="1"/>
          </p:cNvSpPr>
          <p:nvPr>
            <p:ph type="body" sz="quarter" idx="10"/>
          </p:nvPr>
        </p:nvSpPr>
        <p:spPr/>
        <p:txBody>
          <a:bodyPr/>
          <a:lstStyle/>
          <a:p>
            <a:r>
              <a:rPr lang="en-GB" dirty="0"/>
              <a:t>Jelle Weijland</a:t>
            </a:r>
          </a:p>
        </p:txBody>
      </p:sp>
      <p:sp>
        <p:nvSpPr>
          <p:cNvPr id="25" name="Text Placeholder 24"/>
          <p:cNvSpPr>
            <a:spLocks noGrp="1"/>
          </p:cNvSpPr>
          <p:nvPr>
            <p:ph type="body" sz="quarter" idx="11"/>
          </p:nvPr>
        </p:nvSpPr>
        <p:spPr/>
        <p:txBody>
          <a:bodyPr/>
          <a:lstStyle/>
          <a:p>
            <a:r>
              <a:rPr lang="en-GB" dirty="0"/>
              <a:t>Intern</a:t>
            </a:r>
          </a:p>
        </p:txBody>
      </p:sp>
      <p:sp>
        <p:nvSpPr>
          <p:cNvPr id="4" name="Slide Number Placeholder 3"/>
          <p:cNvSpPr>
            <a:spLocks noGrp="1"/>
          </p:cNvSpPr>
          <p:nvPr>
            <p:ph type="sldNum" sz="quarter" idx="4"/>
          </p:nvPr>
        </p:nvSpPr>
        <p:spPr/>
        <p:txBody>
          <a:bodyPr/>
          <a:lstStyle/>
          <a:p>
            <a:fld id="{D32BAE6A-B452-4007-8177-56DD051636F9}" type="slidenum">
              <a:rPr lang="en-GB" noProof="1" smtClean="0"/>
              <a:pPr/>
              <a:t>1</a:t>
            </a:fld>
            <a:endParaRPr lang="en-GB" noProof="1"/>
          </a:p>
        </p:txBody>
      </p:sp>
      <p:sp>
        <p:nvSpPr>
          <p:cNvPr id="5" name="Date Placeholder 4"/>
          <p:cNvSpPr>
            <a:spLocks noGrp="1"/>
          </p:cNvSpPr>
          <p:nvPr>
            <p:ph type="dt" sz="half" idx="2"/>
          </p:nvPr>
        </p:nvSpPr>
        <p:spPr/>
        <p:txBody>
          <a:bodyPr/>
          <a:lstStyle/>
          <a:p>
            <a:r>
              <a:rPr lang="en-GB" noProof="1"/>
              <a:t>October 2025</a:t>
            </a:r>
          </a:p>
        </p:txBody>
      </p:sp>
      <p:sp>
        <p:nvSpPr>
          <p:cNvPr id="2" name="Footer Placeholder 1"/>
          <p:cNvSpPr>
            <a:spLocks noGrp="1"/>
          </p:cNvSpPr>
          <p:nvPr>
            <p:ph type="ftr" sz="quarter" idx="3"/>
          </p:nvPr>
        </p:nvSpPr>
        <p:spPr/>
        <p:txBody>
          <a:bodyPr/>
          <a:lstStyle/>
          <a:p>
            <a:r>
              <a:rPr lang="en-GB" noProof="1"/>
              <a:t> </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rgbClr val="FF0000"/>
                </a:solidFill>
              </a:rPr>
              <a:t>Agenda</a:t>
            </a:r>
          </a:p>
        </p:txBody>
      </p:sp>
      <p:sp>
        <p:nvSpPr>
          <p:cNvPr id="4" name="Date Placeholder 3"/>
          <p:cNvSpPr>
            <a:spLocks noGrp="1"/>
          </p:cNvSpPr>
          <p:nvPr>
            <p:ph type="dt" sz="half" idx="2"/>
          </p:nvPr>
        </p:nvSpPr>
        <p:spPr/>
        <p:txBody>
          <a:bodyPr/>
          <a:lstStyle/>
          <a:p>
            <a:r>
              <a:rPr lang="en-GB" noProof="1"/>
              <a:t>October 2025</a:t>
            </a:r>
          </a:p>
        </p:txBody>
      </p:sp>
      <p:sp>
        <p:nvSpPr>
          <p:cNvPr id="6" name="Slide Number Placeholder 5"/>
          <p:cNvSpPr>
            <a:spLocks noGrp="1"/>
          </p:cNvSpPr>
          <p:nvPr>
            <p:ph type="sldNum" sz="quarter" idx="4"/>
          </p:nvPr>
        </p:nvSpPr>
        <p:spPr/>
        <p:txBody>
          <a:bodyPr/>
          <a:lstStyle/>
          <a:p>
            <a:fld id="{D32BAE6A-B452-4007-8177-56DD051636F9}" type="slidenum">
              <a:rPr lang="en-GB" noProof="1" dirty="0" smtClean="0"/>
              <a:pPr/>
              <a:t>2</a:t>
            </a:fld>
            <a:endParaRPr lang="en-GB" noProof="1"/>
          </a:p>
        </p:txBody>
      </p:sp>
      <p:sp>
        <p:nvSpPr>
          <p:cNvPr id="5" name="Footer Placeholder 4"/>
          <p:cNvSpPr>
            <a:spLocks noGrp="1"/>
          </p:cNvSpPr>
          <p:nvPr>
            <p:ph type="ftr" sz="quarter" idx="3"/>
          </p:nvPr>
        </p:nvSpPr>
        <p:spPr/>
        <p:txBody>
          <a:bodyPr/>
          <a:lstStyle/>
          <a:p>
            <a:r>
              <a:rPr lang="en-GB" noProof="1"/>
              <a:t> </a:t>
            </a:r>
          </a:p>
        </p:txBody>
      </p:sp>
      <p:sp>
        <p:nvSpPr>
          <p:cNvPr id="8" name="Content Placeholder 7">
            <a:extLst>
              <a:ext uri="{FF2B5EF4-FFF2-40B4-BE49-F238E27FC236}">
                <a16:creationId xmlns:a16="http://schemas.microsoft.com/office/drawing/2014/main" id="{94A339A8-CC2D-A9E7-49DE-58AB521311D5}"/>
              </a:ext>
            </a:extLst>
          </p:cNvPr>
          <p:cNvSpPr>
            <a:spLocks noGrp="1"/>
          </p:cNvSpPr>
          <p:nvPr>
            <p:ph sz="quarter" idx="11"/>
          </p:nvPr>
        </p:nvSpPr>
        <p:spPr/>
        <p:txBody>
          <a:bodyPr/>
          <a:lstStyle/>
          <a:p>
            <a:pPr marL="285750" indent="-285750">
              <a:buFont typeface="Arial" panose="020B0604020202020204" pitchFamily="34" charset="0"/>
              <a:buChar char="•"/>
            </a:pPr>
            <a:r>
              <a:rPr lang="en-GB" dirty="0"/>
              <a:t>Problem Statement </a:t>
            </a:r>
          </a:p>
          <a:p>
            <a:pPr marL="285750" indent="-285750">
              <a:buFont typeface="Arial" panose="020B0604020202020204" pitchFamily="34" charset="0"/>
              <a:buChar char="•"/>
            </a:pPr>
            <a:r>
              <a:rPr lang="en-GB" dirty="0"/>
              <a:t>Sub Problems </a:t>
            </a:r>
          </a:p>
          <a:p>
            <a:pPr marL="285750" indent="-285750">
              <a:buFont typeface="Arial" panose="020B0604020202020204" pitchFamily="34" charset="0"/>
              <a:buChar char="•"/>
            </a:pPr>
            <a:r>
              <a:rPr lang="en-GB" dirty="0"/>
              <a:t>Proposed Approach </a:t>
            </a:r>
          </a:p>
          <a:p>
            <a:pPr marL="285750" indent="-285750">
              <a:buFont typeface="Arial" panose="020B0604020202020204" pitchFamily="34" charset="0"/>
              <a:buChar char="•"/>
            </a:pPr>
            <a:r>
              <a:rPr lang="en-GB" dirty="0"/>
              <a:t>Mathematical Formulation </a:t>
            </a:r>
          </a:p>
          <a:p>
            <a:pPr marL="285750" indent="-285750">
              <a:buFont typeface="Arial" panose="020B0604020202020204" pitchFamily="34" charset="0"/>
              <a:buChar char="•"/>
            </a:pPr>
            <a:r>
              <a:rPr lang="en-GB" dirty="0"/>
              <a:t>Final Proposal</a:t>
            </a:r>
          </a:p>
          <a:p>
            <a:pPr marL="285750" indent="-285750">
              <a:buFont typeface="Arial" panose="020B0604020202020204" pitchFamily="34" charset="0"/>
              <a:buChar char="•"/>
            </a:pPr>
            <a:endParaRPr lang="en-GB"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4E3E86-6E89-1035-012F-99692E6ECD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91FBD3-E185-7167-C86B-0659608B746B}"/>
              </a:ext>
            </a:extLst>
          </p:cNvPr>
          <p:cNvSpPr>
            <a:spLocks noGrp="1"/>
          </p:cNvSpPr>
          <p:nvPr>
            <p:ph type="title"/>
          </p:nvPr>
        </p:nvSpPr>
        <p:spPr/>
        <p:txBody>
          <a:bodyPr/>
          <a:lstStyle/>
          <a:p>
            <a:r>
              <a:rPr lang="en-GB" dirty="0">
                <a:solidFill>
                  <a:srgbClr val="FF0000"/>
                </a:solidFill>
              </a:rPr>
              <a:t>(Problem) Statements</a:t>
            </a:r>
          </a:p>
        </p:txBody>
      </p:sp>
      <p:sp>
        <p:nvSpPr>
          <p:cNvPr id="4" name="Date Placeholder 3">
            <a:extLst>
              <a:ext uri="{FF2B5EF4-FFF2-40B4-BE49-F238E27FC236}">
                <a16:creationId xmlns:a16="http://schemas.microsoft.com/office/drawing/2014/main" id="{780571FE-E092-CC79-2139-180454A20615}"/>
              </a:ext>
            </a:extLst>
          </p:cNvPr>
          <p:cNvSpPr>
            <a:spLocks noGrp="1"/>
          </p:cNvSpPr>
          <p:nvPr>
            <p:ph type="dt" sz="half" idx="2"/>
          </p:nvPr>
        </p:nvSpPr>
        <p:spPr/>
        <p:txBody>
          <a:bodyPr/>
          <a:lstStyle/>
          <a:p>
            <a:r>
              <a:rPr lang="en-GB" noProof="1"/>
              <a:t>October 2025</a:t>
            </a:r>
          </a:p>
        </p:txBody>
      </p:sp>
      <p:sp>
        <p:nvSpPr>
          <p:cNvPr id="6" name="Slide Number Placeholder 5">
            <a:extLst>
              <a:ext uri="{FF2B5EF4-FFF2-40B4-BE49-F238E27FC236}">
                <a16:creationId xmlns:a16="http://schemas.microsoft.com/office/drawing/2014/main" id="{B5F0E83C-513F-A474-9945-EDD1290EBBC9}"/>
              </a:ext>
            </a:extLst>
          </p:cNvPr>
          <p:cNvSpPr>
            <a:spLocks noGrp="1"/>
          </p:cNvSpPr>
          <p:nvPr>
            <p:ph type="sldNum" sz="quarter" idx="4"/>
          </p:nvPr>
        </p:nvSpPr>
        <p:spPr/>
        <p:txBody>
          <a:bodyPr/>
          <a:lstStyle/>
          <a:p>
            <a:fld id="{D32BAE6A-B452-4007-8177-56DD051636F9}" type="slidenum">
              <a:rPr lang="en-GB" noProof="1" dirty="0" smtClean="0"/>
              <a:pPr/>
              <a:t>3</a:t>
            </a:fld>
            <a:endParaRPr lang="en-GB" noProof="1"/>
          </a:p>
        </p:txBody>
      </p:sp>
      <p:sp>
        <p:nvSpPr>
          <p:cNvPr id="5" name="Footer Placeholder 4">
            <a:extLst>
              <a:ext uri="{FF2B5EF4-FFF2-40B4-BE49-F238E27FC236}">
                <a16:creationId xmlns:a16="http://schemas.microsoft.com/office/drawing/2014/main" id="{B493AFBB-AF90-8AB1-A990-21DEAF92DA87}"/>
              </a:ext>
            </a:extLst>
          </p:cNvPr>
          <p:cNvSpPr>
            <a:spLocks noGrp="1"/>
          </p:cNvSpPr>
          <p:nvPr>
            <p:ph type="ftr" sz="quarter" idx="3"/>
          </p:nvPr>
        </p:nvSpPr>
        <p:spPr/>
        <p:txBody>
          <a:bodyPr/>
          <a:lstStyle/>
          <a:p>
            <a:r>
              <a:rPr lang="en-GB" noProof="1"/>
              <a:t> </a:t>
            </a:r>
          </a:p>
        </p:txBody>
      </p:sp>
      <p:sp>
        <p:nvSpPr>
          <p:cNvPr id="10" name="Rectangle 2">
            <a:extLst>
              <a:ext uri="{FF2B5EF4-FFF2-40B4-BE49-F238E27FC236}">
                <a16:creationId xmlns:a16="http://schemas.microsoft.com/office/drawing/2014/main" id="{1B6DAF27-4C4F-206B-A2FB-D052300EE773}"/>
              </a:ext>
            </a:extLst>
          </p:cNvPr>
          <p:cNvSpPr>
            <a:spLocks noGrp="1" noChangeArrowheads="1"/>
          </p:cNvSpPr>
          <p:nvPr>
            <p:ph sz="quarter" idx="11"/>
          </p:nvPr>
        </p:nvSpPr>
        <p:spPr bwMode="auto">
          <a:xfrm>
            <a:off x="649455" y="1865254"/>
            <a:ext cx="1099692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algn="ctr" defTabSz="914400" rtl="0" eaLnBrk="0" fontAlgn="base" latinLnBrk="0" hangingPunct="0">
              <a:lnSpc>
                <a:spcPct val="100000"/>
              </a:lnSpc>
              <a:spcBef>
                <a:spcPct val="0"/>
              </a:spcBef>
              <a:spcAft>
                <a:spcPct val="0"/>
              </a:spcAft>
              <a:buClrTx/>
              <a:buSzTx/>
              <a:tabLst/>
            </a:pPr>
            <a:endParaRPr kumimoji="0" lang="en-NL" altLang="en-NL" sz="1800" b="0" i="0" u="none" strike="noStrike" cap="none" normalizeH="0" baseline="0" dirty="0">
              <a:ln>
                <a:noFill/>
              </a:ln>
              <a:solidFill>
                <a:schemeClr val="tx1"/>
              </a:solidFill>
              <a:effectLst/>
            </a:endParaRPr>
          </a:p>
          <a:p>
            <a:pPr marR="0" lvl="0" algn="ctr" defTabSz="914400" rtl="0" eaLnBrk="0" fontAlgn="base" latinLnBrk="0" hangingPunct="0">
              <a:lnSpc>
                <a:spcPct val="100000"/>
              </a:lnSpc>
              <a:spcBef>
                <a:spcPct val="0"/>
              </a:spcBef>
              <a:spcAft>
                <a:spcPct val="0"/>
              </a:spcAft>
              <a:buClrTx/>
              <a:buSzTx/>
              <a:tabLst/>
            </a:pPr>
            <a:r>
              <a:rPr kumimoji="0" lang="en-NL" altLang="en-NL" sz="1800" b="0" i="0" u="none" strike="noStrike" cap="none" normalizeH="0" baseline="0" dirty="0">
                <a:ln>
                  <a:noFill/>
                </a:ln>
                <a:solidFill>
                  <a:schemeClr val="tx1"/>
                </a:solidFill>
                <a:effectLst/>
              </a:rPr>
              <a:t>Annual market-based pricing is unrealistic for long-term investments due to operational cost fluctuations.</a:t>
            </a:r>
            <a:endParaRPr kumimoji="0" lang="nl-NL" altLang="en-NL" sz="1800" b="0" i="0" u="none" strike="noStrike" cap="none" normalizeH="0" baseline="0" dirty="0">
              <a:ln>
                <a:noFill/>
              </a:ln>
              <a:solidFill>
                <a:schemeClr val="tx1"/>
              </a:solidFill>
              <a:effectLst/>
            </a:endParaRPr>
          </a:p>
          <a:p>
            <a:pPr marR="0" lvl="0" algn="ctr" defTabSz="914400" rtl="0" eaLnBrk="0" fontAlgn="base" latinLnBrk="0" hangingPunct="0">
              <a:lnSpc>
                <a:spcPct val="100000"/>
              </a:lnSpc>
              <a:spcBef>
                <a:spcPct val="0"/>
              </a:spcBef>
              <a:spcAft>
                <a:spcPct val="0"/>
              </a:spcAft>
              <a:buClrTx/>
              <a:buSzTx/>
              <a:tabLst/>
            </a:pPr>
            <a:endParaRPr kumimoji="0" lang="en-NL" altLang="en-NL" sz="1800" b="0" i="0" u="none" strike="noStrike" cap="none" normalizeH="0" baseline="0" dirty="0">
              <a:ln>
                <a:noFill/>
              </a:ln>
              <a:solidFill>
                <a:schemeClr val="tx1"/>
              </a:solidFill>
              <a:effectLst/>
            </a:endParaRPr>
          </a:p>
          <a:p>
            <a:pPr marR="0" lvl="0" algn="ctr" defTabSz="914400" rtl="0" eaLnBrk="0" fontAlgn="base" latinLnBrk="0" hangingPunct="0">
              <a:lnSpc>
                <a:spcPct val="100000"/>
              </a:lnSpc>
              <a:spcBef>
                <a:spcPct val="0"/>
              </a:spcBef>
              <a:spcAft>
                <a:spcPct val="0"/>
              </a:spcAft>
              <a:buClrTx/>
              <a:buSzTx/>
              <a:tabLst/>
            </a:pPr>
            <a:r>
              <a:rPr kumimoji="0" lang="en-NL" altLang="en-NL" sz="1800" b="0" i="0" u="none" strike="noStrike" cap="none" normalizeH="0" baseline="0" dirty="0">
                <a:ln>
                  <a:noFill/>
                </a:ln>
                <a:solidFill>
                  <a:schemeClr val="tx1"/>
                </a:solidFill>
                <a:effectLst/>
              </a:rPr>
              <a:t>Investors and aggregators require price predictability for confident financial planning. </a:t>
            </a:r>
            <a:endParaRPr lang="nl-NL" altLang="en-NL" dirty="0"/>
          </a:p>
          <a:p>
            <a:pPr marR="0" lvl="0" algn="ctr" defTabSz="914400" rtl="0" eaLnBrk="0" fontAlgn="base" latinLnBrk="0" hangingPunct="0">
              <a:lnSpc>
                <a:spcPct val="100000"/>
              </a:lnSpc>
              <a:spcBef>
                <a:spcPct val="0"/>
              </a:spcBef>
              <a:spcAft>
                <a:spcPct val="0"/>
              </a:spcAft>
              <a:buClrTx/>
              <a:buSzTx/>
              <a:tabLst/>
            </a:pPr>
            <a:endParaRPr kumimoji="0" lang="nl-NL" altLang="en-NL" sz="1800" b="0" i="0" u="none" strike="noStrike" cap="none" normalizeH="0" baseline="0" dirty="0">
              <a:ln>
                <a:noFill/>
              </a:ln>
              <a:solidFill>
                <a:schemeClr val="tx1"/>
              </a:solidFill>
              <a:effectLst/>
            </a:endParaRPr>
          </a:p>
          <a:p>
            <a:pPr marR="0" lvl="0" algn="ctr" defTabSz="914400" rtl="0" eaLnBrk="0" fontAlgn="base" latinLnBrk="0" hangingPunct="0">
              <a:lnSpc>
                <a:spcPct val="100000"/>
              </a:lnSpc>
              <a:spcBef>
                <a:spcPct val="0"/>
              </a:spcBef>
              <a:spcAft>
                <a:spcPct val="0"/>
              </a:spcAft>
              <a:buClrTx/>
              <a:buSzTx/>
              <a:tabLst/>
            </a:pPr>
            <a:endParaRPr lang="nl-NL" altLang="en-NL" dirty="0"/>
          </a:p>
          <a:p>
            <a:pPr marR="0" lvl="0" algn="ctr" defTabSz="914400" rtl="0" eaLnBrk="0" fontAlgn="base" latinLnBrk="0" hangingPunct="0">
              <a:lnSpc>
                <a:spcPct val="100000"/>
              </a:lnSpc>
              <a:spcBef>
                <a:spcPct val="0"/>
              </a:spcBef>
              <a:spcAft>
                <a:spcPct val="0"/>
              </a:spcAft>
              <a:buClrTx/>
              <a:buSzTx/>
              <a:tabLst/>
            </a:pPr>
            <a:endParaRPr kumimoji="0" lang="nl-NL" altLang="en-NL" sz="1800" b="0" i="0" u="none" strike="noStrike" cap="none" normalizeH="0" baseline="0" dirty="0">
              <a:ln>
                <a:noFill/>
              </a:ln>
              <a:solidFill>
                <a:schemeClr val="tx1"/>
              </a:solidFill>
              <a:effectLst/>
            </a:endParaRPr>
          </a:p>
          <a:p>
            <a:pPr marR="0" lvl="0" algn="ctr" defTabSz="914400" rtl="0" eaLnBrk="0" fontAlgn="base" latinLnBrk="0" hangingPunct="0">
              <a:lnSpc>
                <a:spcPct val="100000"/>
              </a:lnSpc>
              <a:spcBef>
                <a:spcPct val="0"/>
              </a:spcBef>
              <a:spcAft>
                <a:spcPct val="0"/>
              </a:spcAft>
              <a:buClrTx/>
              <a:buSzTx/>
              <a:tabLst/>
            </a:pPr>
            <a:endParaRPr lang="nl-NL" altLang="en-NL" dirty="0"/>
          </a:p>
          <a:p>
            <a:pPr marR="0" lvl="0" algn="ctr" defTabSz="914400" rtl="0" eaLnBrk="0" fontAlgn="base" latinLnBrk="0" hangingPunct="0">
              <a:lnSpc>
                <a:spcPct val="100000"/>
              </a:lnSpc>
              <a:spcBef>
                <a:spcPct val="0"/>
              </a:spcBef>
              <a:spcAft>
                <a:spcPct val="0"/>
              </a:spcAft>
              <a:buClrTx/>
              <a:buSzTx/>
              <a:tabLst/>
            </a:pPr>
            <a:endParaRPr kumimoji="0" lang="en-NL" altLang="en-NL" sz="1800" b="0" i="0" u="none" strike="noStrike" cap="none" normalizeH="0" baseline="0" dirty="0">
              <a:ln>
                <a:noFill/>
              </a:ln>
              <a:solidFill>
                <a:schemeClr val="tx1"/>
              </a:solidFill>
              <a:effectLst/>
            </a:endParaRPr>
          </a:p>
          <a:p>
            <a:pPr marR="0" lvl="0" algn="ctr" defTabSz="914400" rtl="0" eaLnBrk="0" fontAlgn="base" latinLnBrk="0" hangingPunct="0">
              <a:lnSpc>
                <a:spcPct val="100000"/>
              </a:lnSpc>
              <a:spcBef>
                <a:spcPct val="0"/>
              </a:spcBef>
              <a:spcAft>
                <a:spcPct val="0"/>
              </a:spcAft>
              <a:buClrTx/>
              <a:buSzTx/>
              <a:tabLst/>
            </a:pPr>
            <a:r>
              <a:rPr kumimoji="0" lang="en-NL" altLang="en-NL" sz="1800" b="0" i="0" u="none" strike="noStrike" cap="none" normalizeH="0" baseline="0" dirty="0">
                <a:ln>
                  <a:noFill/>
                </a:ln>
                <a:solidFill>
                  <a:srgbClr val="FF0000"/>
                </a:solidFill>
                <a:effectLst/>
              </a:rPr>
              <a:t>Revised focus</a:t>
            </a:r>
            <a:r>
              <a:rPr kumimoji="0" lang="en-NL" altLang="en-NL" sz="1800" b="0" i="0" u="none" strike="noStrike" cap="none" normalizeH="0" baseline="0" dirty="0">
                <a:ln>
                  <a:noFill/>
                </a:ln>
                <a:solidFill>
                  <a:schemeClr val="tx1"/>
                </a:solidFill>
                <a:effectLst/>
              </a:rPr>
              <a:t>: establish a long-term contractual framework with fair price discovery. </a:t>
            </a:r>
          </a:p>
        </p:txBody>
      </p:sp>
    </p:spTree>
    <p:extLst>
      <p:ext uri="{BB962C8B-B14F-4D97-AF65-F5344CB8AC3E}">
        <p14:creationId xmlns:p14="http://schemas.microsoft.com/office/powerpoint/2010/main" val="2338919895"/>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A183A0-52BF-247A-55D8-5478D7D724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849ADE-3313-891F-0383-FE8B8C04AC5B}"/>
              </a:ext>
            </a:extLst>
          </p:cNvPr>
          <p:cNvSpPr>
            <a:spLocks noGrp="1"/>
          </p:cNvSpPr>
          <p:nvPr>
            <p:ph type="title"/>
          </p:nvPr>
        </p:nvSpPr>
        <p:spPr>
          <a:xfrm>
            <a:off x="510381" y="712800"/>
            <a:ext cx="11171238" cy="808025"/>
          </a:xfrm>
        </p:spPr>
        <p:txBody>
          <a:bodyPr/>
          <a:lstStyle/>
          <a:p>
            <a:r>
              <a:rPr lang="en-GB" dirty="0">
                <a:solidFill>
                  <a:srgbClr val="FF0000"/>
                </a:solidFill>
              </a:rPr>
              <a:t>Subproblems</a:t>
            </a:r>
          </a:p>
        </p:txBody>
      </p:sp>
      <p:sp>
        <p:nvSpPr>
          <p:cNvPr id="4" name="Date Placeholder 3">
            <a:extLst>
              <a:ext uri="{FF2B5EF4-FFF2-40B4-BE49-F238E27FC236}">
                <a16:creationId xmlns:a16="http://schemas.microsoft.com/office/drawing/2014/main" id="{02E44710-0E71-A4A1-617B-729D05BA27FD}"/>
              </a:ext>
            </a:extLst>
          </p:cNvPr>
          <p:cNvSpPr>
            <a:spLocks noGrp="1"/>
          </p:cNvSpPr>
          <p:nvPr>
            <p:ph type="dt" sz="half" idx="2"/>
          </p:nvPr>
        </p:nvSpPr>
        <p:spPr/>
        <p:txBody>
          <a:bodyPr/>
          <a:lstStyle/>
          <a:p>
            <a:r>
              <a:rPr lang="en-GB" noProof="1"/>
              <a:t>October 2025</a:t>
            </a:r>
          </a:p>
        </p:txBody>
      </p:sp>
      <p:sp>
        <p:nvSpPr>
          <p:cNvPr id="6" name="Slide Number Placeholder 5">
            <a:extLst>
              <a:ext uri="{FF2B5EF4-FFF2-40B4-BE49-F238E27FC236}">
                <a16:creationId xmlns:a16="http://schemas.microsoft.com/office/drawing/2014/main" id="{0B5F91D8-FBAD-6DBC-F0CB-BD22D55049CF}"/>
              </a:ext>
            </a:extLst>
          </p:cNvPr>
          <p:cNvSpPr>
            <a:spLocks noGrp="1"/>
          </p:cNvSpPr>
          <p:nvPr>
            <p:ph type="sldNum" sz="quarter" idx="4"/>
          </p:nvPr>
        </p:nvSpPr>
        <p:spPr/>
        <p:txBody>
          <a:bodyPr/>
          <a:lstStyle/>
          <a:p>
            <a:fld id="{D32BAE6A-B452-4007-8177-56DD051636F9}" type="slidenum">
              <a:rPr lang="en-GB" noProof="1" dirty="0" smtClean="0"/>
              <a:pPr/>
              <a:t>4</a:t>
            </a:fld>
            <a:endParaRPr lang="en-GB" noProof="1"/>
          </a:p>
        </p:txBody>
      </p:sp>
      <p:sp>
        <p:nvSpPr>
          <p:cNvPr id="5" name="Footer Placeholder 4">
            <a:extLst>
              <a:ext uri="{FF2B5EF4-FFF2-40B4-BE49-F238E27FC236}">
                <a16:creationId xmlns:a16="http://schemas.microsoft.com/office/drawing/2014/main" id="{B99E77E3-EDB3-9337-11AC-3C01FB67C48E}"/>
              </a:ext>
            </a:extLst>
          </p:cNvPr>
          <p:cNvSpPr>
            <a:spLocks noGrp="1"/>
          </p:cNvSpPr>
          <p:nvPr>
            <p:ph type="ftr" sz="quarter" idx="3"/>
          </p:nvPr>
        </p:nvSpPr>
        <p:spPr/>
        <p:txBody>
          <a:bodyPr/>
          <a:lstStyle/>
          <a:p>
            <a:r>
              <a:rPr lang="en-GB" noProof="1"/>
              <a:t> </a:t>
            </a:r>
          </a:p>
        </p:txBody>
      </p:sp>
      <p:sp>
        <p:nvSpPr>
          <p:cNvPr id="8" name="Content Placeholder 7">
            <a:extLst>
              <a:ext uri="{FF2B5EF4-FFF2-40B4-BE49-F238E27FC236}">
                <a16:creationId xmlns:a16="http://schemas.microsoft.com/office/drawing/2014/main" id="{2029DA84-10BB-FCBE-871B-CE6DDC71B047}"/>
              </a:ext>
            </a:extLst>
          </p:cNvPr>
          <p:cNvSpPr>
            <a:spLocks noGrp="1"/>
          </p:cNvSpPr>
          <p:nvPr>
            <p:ph sz="quarter" idx="11"/>
          </p:nvPr>
        </p:nvSpPr>
        <p:spPr>
          <a:xfrm>
            <a:off x="510381" y="2446206"/>
            <a:ext cx="10914063" cy="2729174"/>
          </a:xfrm>
        </p:spPr>
        <p:txBody>
          <a:bodyPr/>
          <a:lstStyle/>
          <a:p>
            <a:pPr algn="ctr"/>
            <a:r>
              <a:rPr lang="en-GB" dirty="0"/>
              <a:t>No existing market mechanism, need a fair method.</a:t>
            </a:r>
          </a:p>
          <a:p>
            <a:pPr algn="ctr"/>
            <a:r>
              <a:rPr lang="en-GB" dirty="0"/>
              <a:t>Balancing price and participation to maximize revenue.</a:t>
            </a:r>
          </a:p>
          <a:p>
            <a:pPr algn="ctr"/>
            <a:r>
              <a:rPr lang="en-GB" dirty="0"/>
              <a:t>Commitment risks over 10–30 years.</a:t>
            </a:r>
          </a:p>
          <a:p>
            <a:pPr algn="ctr"/>
            <a:r>
              <a:rPr lang="en-GB" dirty="0"/>
              <a:t>Risk of bankruptcy affecting aggregator’s capacity.</a:t>
            </a:r>
          </a:p>
          <a:p>
            <a:pPr algn="ctr"/>
            <a:r>
              <a:rPr lang="en-GB" dirty="0"/>
              <a:t>Inflation and/or economic changes can be considered as fixed increases.</a:t>
            </a:r>
          </a:p>
          <a:p>
            <a:pPr algn="ctr"/>
            <a:r>
              <a:rPr lang="en-GB" dirty="0"/>
              <a:t>Mechanism must stabilize within 30 days.</a:t>
            </a:r>
          </a:p>
          <a:p>
            <a:pPr algn="ctr"/>
            <a:endParaRPr lang="en-GB" dirty="0"/>
          </a:p>
        </p:txBody>
      </p:sp>
    </p:spTree>
    <p:extLst>
      <p:ext uri="{BB962C8B-B14F-4D97-AF65-F5344CB8AC3E}">
        <p14:creationId xmlns:p14="http://schemas.microsoft.com/office/powerpoint/2010/main" val="1988114498"/>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F1B3E-E223-EFB6-80F4-6F7F2F9992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F876FE-DC6D-564C-36C7-FE6460ADA98A}"/>
              </a:ext>
            </a:extLst>
          </p:cNvPr>
          <p:cNvSpPr>
            <a:spLocks noGrp="1"/>
          </p:cNvSpPr>
          <p:nvPr>
            <p:ph type="title"/>
          </p:nvPr>
        </p:nvSpPr>
        <p:spPr/>
        <p:txBody>
          <a:bodyPr/>
          <a:lstStyle/>
          <a:p>
            <a:r>
              <a:rPr lang="en-GB" dirty="0">
                <a:solidFill>
                  <a:srgbClr val="FF0000"/>
                </a:solidFill>
              </a:rPr>
              <a:t>Proposed approach</a:t>
            </a:r>
          </a:p>
        </p:txBody>
      </p:sp>
      <p:sp>
        <p:nvSpPr>
          <p:cNvPr id="4" name="Date Placeholder 3">
            <a:extLst>
              <a:ext uri="{FF2B5EF4-FFF2-40B4-BE49-F238E27FC236}">
                <a16:creationId xmlns:a16="http://schemas.microsoft.com/office/drawing/2014/main" id="{6D5F8B1C-85DF-6C82-F3E8-AB11E1BB8417}"/>
              </a:ext>
            </a:extLst>
          </p:cNvPr>
          <p:cNvSpPr>
            <a:spLocks noGrp="1"/>
          </p:cNvSpPr>
          <p:nvPr>
            <p:ph type="dt" sz="half" idx="2"/>
          </p:nvPr>
        </p:nvSpPr>
        <p:spPr/>
        <p:txBody>
          <a:bodyPr/>
          <a:lstStyle/>
          <a:p>
            <a:r>
              <a:rPr lang="en-GB" noProof="1"/>
              <a:t>October 2025</a:t>
            </a:r>
          </a:p>
        </p:txBody>
      </p:sp>
      <p:sp>
        <p:nvSpPr>
          <p:cNvPr id="6" name="Slide Number Placeholder 5">
            <a:extLst>
              <a:ext uri="{FF2B5EF4-FFF2-40B4-BE49-F238E27FC236}">
                <a16:creationId xmlns:a16="http://schemas.microsoft.com/office/drawing/2014/main" id="{0715D939-F13F-5464-1226-E7D86465AF72}"/>
              </a:ext>
            </a:extLst>
          </p:cNvPr>
          <p:cNvSpPr>
            <a:spLocks noGrp="1"/>
          </p:cNvSpPr>
          <p:nvPr>
            <p:ph type="sldNum" sz="quarter" idx="4"/>
          </p:nvPr>
        </p:nvSpPr>
        <p:spPr/>
        <p:txBody>
          <a:bodyPr/>
          <a:lstStyle/>
          <a:p>
            <a:fld id="{D32BAE6A-B452-4007-8177-56DD051636F9}" type="slidenum">
              <a:rPr lang="en-GB" noProof="1" dirty="0" smtClean="0"/>
              <a:pPr/>
              <a:t>5</a:t>
            </a:fld>
            <a:endParaRPr lang="en-GB" noProof="1"/>
          </a:p>
        </p:txBody>
      </p:sp>
      <p:sp>
        <p:nvSpPr>
          <p:cNvPr id="5" name="Footer Placeholder 4">
            <a:extLst>
              <a:ext uri="{FF2B5EF4-FFF2-40B4-BE49-F238E27FC236}">
                <a16:creationId xmlns:a16="http://schemas.microsoft.com/office/drawing/2014/main" id="{416A4C02-B19E-91B3-0DCE-D0201089C905}"/>
              </a:ext>
            </a:extLst>
          </p:cNvPr>
          <p:cNvSpPr>
            <a:spLocks noGrp="1"/>
          </p:cNvSpPr>
          <p:nvPr>
            <p:ph type="ftr" sz="quarter" idx="3"/>
          </p:nvPr>
        </p:nvSpPr>
        <p:spPr/>
        <p:txBody>
          <a:bodyPr/>
          <a:lstStyle/>
          <a:p>
            <a:r>
              <a:rPr lang="en-GB" noProof="1"/>
              <a:t> </a:t>
            </a:r>
          </a:p>
        </p:txBody>
      </p:sp>
      <p:sp>
        <p:nvSpPr>
          <p:cNvPr id="9" name="Rectangle 1">
            <a:extLst>
              <a:ext uri="{FF2B5EF4-FFF2-40B4-BE49-F238E27FC236}">
                <a16:creationId xmlns:a16="http://schemas.microsoft.com/office/drawing/2014/main" id="{FF3AB9BA-26B3-0374-29F0-D158A473974D}"/>
              </a:ext>
            </a:extLst>
          </p:cNvPr>
          <p:cNvSpPr>
            <a:spLocks noGrp="1" noChangeArrowheads="1"/>
          </p:cNvSpPr>
          <p:nvPr>
            <p:ph sz="quarter" idx="11"/>
          </p:nvPr>
        </p:nvSpPr>
        <p:spPr bwMode="auto">
          <a:xfrm>
            <a:off x="2007403" y="2136340"/>
            <a:ext cx="8172430"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en-NL" altLang="en-NL" sz="180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tabLst/>
            </a:pPr>
            <a:r>
              <a:rPr kumimoji="0" lang="en-NL" altLang="en-NL" sz="1800" i="0" u="none" strike="noStrike" cap="none" normalizeH="0" baseline="0" dirty="0">
                <a:ln>
                  <a:noFill/>
                </a:ln>
                <a:solidFill>
                  <a:schemeClr val="tx1"/>
                </a:solidFill>
                <a:effectLst/>
              </a:rPr>
              <a:t>Use an iterative price discovery mechanism followed by long-term contracts. </a:t>
            </a:r>
            <a:endParaRPr kumimoji="0" lang="nl-NL" altLang="en-NL" sz="180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tabLst/>
            </a:pPr>
            <a:endParaRPr kumimoji="0" lang="en-NL" altLang="en-NL" sz="180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tabLst/>
            </a:pPr>
            <a:r>
              <a:rPr kumimoji="0" lang="en-NL" altLang="en-NL" sz="1800" i="0" u="none" strike="noStrike" cap="none" normalizeH="0" baseline="0" dirty="0">
                <a:ln>
                  <a:noFill/>
                </a:ln>
                <a:solidFill>
                  <a:schemeClr val="tx1"/>
                </a:solidFill>
                <a:effectLst/>
              </a:rPr>
              <a:t>Annual 30-day negotiation period to reach equilibrium price. </a:t>
            </a:r>
            <a:endParaRPr kumimoji="0" lang="nl-NL" altLang="en-NL" sz="180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tabLst/>
            </a:pPr>
            <a:endParaRPr kumimoji="0" lang="en-NL" altLang="en-NL" sz="1800" i="0" u="none" strike="noStrike" cap="none" normalizeH="0" baseline="0" dirty="0">
              <a:ln>
                <a:noFill/>
              </a:ln>
              <a:solidFill>
                <a:schemeClr val="tx1"/>
              </a:solidFill>
              <a:effectLst/>
            </a:endParaRPr>
          </a:p>
          <a:p>
            <a:pPr marL="0" marR="0" lvl="0" indent="0" algn="ctr" defTabSz="914400" rtl="0" eaLnBrk="0" fontAlgn="base" latinLnBrk="0" hangingPunct="0">
              <a:lnSpc>
                <a:spcPct val="100000"/>
              </a:lnSpc>
              <a:spcBef>
                <a:spcPct val="0"/>
              </a:spcBef>
              <a:spcAft>
                <a:spcPct val="0"/>
              </a:spcAft>
              <a:buClrTx/>
              <a:buSzTx/>
              <a:tabLst/>
            </a:pPr>
            <a:r>
              <a:rPr kumimoji="0" lang="en-NL" altLang="en-NL" sz="1800" i="0" u="none" strike="noStrike" cap="none" normalizeH="0" baseline="0" dirty="0">
                <a:ln>
                  <a:noFill/>
                </a:ln>
                <a:solidFill>
                  <a:schemeClr val="tx1"/>
                </a:solidFill>
                <a:effectLst/>
              </a:rPr>
              <a:t>Contracts include</a:t>
            </a:r>
            <a:r>
              <a:rPr kumimoji="0" lang="nl-NL" altLang="en-NL" sz="1800" i="0" u="none" strike="noStrike" cap="none" normalizeH="0" baseline="0" dirty="0">
                <a:ln>
                  <a:noFill/>
                </a:ln>
                <a:solidFill>
                  <a:schemeClr val="tx1"/>
                </a:solidFill>
                <a:effectLst/>
              </a:rPr>
              <a:t>:</a:t>
            </a:r>
          </a:p>
          <a:p>
            <a:pPr marL="342900" marR="0" lvl="0" indent="-342900" algn="ctr" defTabSz="914400" rtl="0" eaLnBrk="0" fontAlgn="base" latinLnBrk="0" hangingPunct="0">
              <a:lnSpc>
                <a:spcPct val="100000"/>
              </a:lnSpc>
              <a:spcBef>
                <a:spcPct val="0"/>
              </a:spcBef>
              <a:spcAft>
                <a:spcPct val="0"/>
              </a:spcAft>
              <a:buClrTx/>
              <a:buSzTx/>
              <a:buFont typeface="+mj-lt"/>
              <a:buAutoNum type="arabicPeriod"/>
              <a:tabLst/>
            </a:pPr>
            <a:r>
              <a:rPr kumimoji="0" lang="en-NL" altLang="en-NL" sz="1800" i="0" u="none" strike="noStrike" cap="none" normalizeH="0" baseline="0" dirty="0">
                <a:ln>
                  <a:noFill/>
                </a:ln>
                <a:effectLst/>
              </a:rPr>
              <a:t>duration (10–30 years)</a:t>
            </a:r>
            <a:endParaRPr kumimoji="0" lang="nl-NL" altLang="en-NL" sz="1800" i="0" u="none" strike="noStrike" cap="none" normalizeH="0" baseline="0" dirty="0">
              <a:ln>
                <a:noFill/>
              </a:ln>
              <a:effectLst/>
            </a:endParaRPr>
          </a:p>
          <a:p>
            <a:pPr marL="342900" marR="0" lvl="0" indent="-342900" algn="ctr" defTabSz="914400" rtl="0" eaLnBrk="0" fontAlgn="base" latinLnBrk="0" hangingPunct="0">
              <a:lnSpc>
                <a:spcPct val="100000"/>
              </a:lnSpc>
              <a:spcBef>
                <a:spcPct val="0"/>
              </a:spcBef>
              <a:spcAft>
                <a:spcPct val="0"/>
              </a:spcAft>
              <a:buClrTx/>
              <a:buSzTx/>
              <a:buFont typeface="+mj-lt"/>
              <a:buAutoNum type="arabicPeriod"/>
              <a:tabLst/>
            </a:pPr>
            <a:r>
              <a:rPr kumimoji="0" lang="en-NL" altLang="en-NL" sz="1800" i="0" u="none" strike="noStrike" cap="none" normalizeH="0" baseline="0" dirty="0">
                <a:ln>
                  <a:noFill/>
                </a:ln>
                <a:effectLst/>
              </a:rPr>
              <a:t>pricing structure</a:t>
            </a:r>
            <a:endParaRPr kumimoji="0" lang="nl-NL" altLang="en-NL" sz="1800" i="0" u="none" strike="noStrike" cap="none" normalizeH="0" baseline="0" dirty="0">
              <a:ln>
                <a:noFill/>
              </a:ln>
              <a:effectLst/>
            </a:endParaRPr>
          </a:p>
          <a:p>
            <a:pPr marL="342900" marR="0" lvl="0" indent="-342900" algn="ctr" defTabSz="914400" rtl="0" eaLnBrk="0" fontAlgn="base" latinLnBrk="0" hangingPunct="0">
              <a:lnSpc>
                <a:spcPct val="100000"/>
              </a:lnSpc>
              <a:spcBef>
                <a:spcPct val="0"/>
              </a:spcBef>
              <a:spcAft>
                <a:spcPct val="0"/>
              </a:spcAft>
              <a:buClrTx/>
              <a:buSzTx/>
              <a:buFont typeface="+mj-lt"/>
              <a:buAutoNum type="arabicPeriod"/>
              <a:tabLst/>
            </a:pPr>
            <a:r>
              <a:rPr kumimoji="0" lang="en-NL" altLang="en-NL" sz="1800" i="0" u="none" strike="noStrike" cap="none" normalizeH="0" baseline="0" dirty="0">
                <a:ln>
                  <a:noFill/>
                </a:ln>
                <a:effectLst/>
              </a:rPr>
              <a:t>priority access. </a:t>
            </a:r>
          </a:p>
        </p:txBody>
      </p:sp>
    </p:spTree>
    <p:extLst>
      <p:ext uri="{BB962C8B-B14F-4D97-AF65-F5344CB8AC3E}">
        <p14:creationId xmlns:p14="http://schemas.microsoft.com/office/powerpoint/2010/main" val="4293965617"/>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3B6597-E1F3-F242-CC3E-6694C1FC12FA}"/>
            </a:ext>
          </a:extLst>
        </p:cNvPr>
        <p:cNvGrpSpPr/>
        <p:nvPr/>
      </p:nvGrpSpPr>
      <p:grpSpPr>
        <a:xfrm>
          <a:off x="0" y="0"/>
          <a:ext cx="0" cy="0"/>
          <a:chOff x="0" y="0"/>
          <a:chExt cx="0" cy="0"/>
        </a:xfrm>
      </p:grpSpPr>
      <p:sp>
        <p:nvSpPr>
          <p:cNvPr id="58" name="Rectangle: Rounded Corners 57">
            <a:extLst>
              <a:ext uri="{FF2B5EF4-FFF2-40B4-BE49-F238E27FC236}">
                <a16:creationId xmlns:a16="http://schemas.microsoft.com/office/drawing/2014/main" id="{5ECEA208-3DFE-876B-11B0-BEED8754EC05}"/>
              </a:ext>
            </a:extLst>
          </p:cNvPr>
          <p:cNvSpPr/>
          <p:nvPr/>
        </p:nvSpPr>
        <p:spPr>
          <a:xfrm>
            <a:off x="10438535" y="4077462"/>
            <a:ext cx="1695265" cy="723900"/>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algn="ctr"/>
            <a:endParaRPr lang="en-GB" sz="1600" dirty="0" err="1"/>
          </a:p>
        </p:txBody>
      </p:sp>
      <p:sp>
        <p:nvSpPr>
          <p:cNvPr id="2" name="Title 1">
            <a:extLst>
              <a:ext uri="{FF2B5EF4-FFF2-40B4-BE49-F238E27FC236}">
                <a16:creationId xmlns:a16="http://schemas.microsoft.com/office/drawing/2014/main" id="{264A04E2-1204-3063-CB28-92C4A2CD473E}"/>
              </a:ext>
            </a:extLst>
          </p:cNvPr>
          <p:cNvSpPr>
            <a:spLocks noGrp="1"/>
          </p:cNvSpPr>
          <p:nvPr>
            <p:ph type="title"/>
          </p:nvPr>
        </p:nvSpPr>
        <p:spPr/>
        <p:txBody>
          <a:bodyPr/>
          <a:lstStyle/>
          <a:p>
            <a:r>
              <a:rPr lang="en-GB" dirty="0">
                <a:solidFill>
                  <a:srgbClr val="FF0000"/>
                </a:solidFill>
              </a:rPr>
              <a:t>Mathematical formulation</a:t>
            </a:r>
          </a:p>
        </p:txBody>
      </p:sp>
      <p:sp>
        <p:nvSpPr>
          <p:cNvPr id="4" name="Date Placeholder 3">
            <a:extLst>
              <a:ext uri="{FF2B5EF4-FFF2-40B4-BE49-F238E27FC236}">
                <a16:creationId xmlns:a16="http://schemas.microsoft.com/office/drawing/2014/main" id="{B93D971E-162A-B25A-7E16-47BCFDB24E79}"/>
              </a:ext>
            </a:extLst>
          </p:cNvPr>
          <p:cNvSpPr>
            <a:spLocks noGrp="1"/>
          </p:cNvSpPr>
          <p:nvPr>
            <p:ph type="dt" sz="half" idx="2"/>
          </p:nvPr>
        </p:nvSpPr>
        <p:spPr/>
        <p:txBody>
          <a:bodyPr/>
          <a:lstStyle/>
          <a:p>
            <a:r>
              <a:rPr lang="en-GB" noProof="1"/>
              <a:t>October 2025</a:t>
            </a:r>
          </a:p>
        </p:txBody>
      </p:sp>
      <p:sp>
        <p:nvSpPr>
          <p:cNvPr id="6" name="Slide Number Placeholder 5">
            <a:extLst>
              <a:ext uri="{FF2B5EF4-FFF2-40B4-BE49-F238E27FC236}">
                <a16:creationId xmlns:a16="http://schemas.microsoft.com/office/drawing/2014/main" id="{FD782771-1C70-3443-669E-1FD7FB90C904}"/>
              </a:ext>
            </a:extLst>
          </p:cNvPr>
          <p:cNvSpPr>
            <a:spLocks noGrp="1"/>
          </p:cNvSpPr>
          <p:nvPr>
            <p:ph type="sldNum" sz="quarter" idx="4"/>
          </p:nvPr>
        </p:nvSpPr>
        <p:spPr/>
        <p:txBody>
          <a:bodyPr/>
          <a:lstStyle/>
          <a:p>
            <a:fld id="{D32BAE6A-B452-4007-8177-56DD051636F9}" type="slidenum">
              <a:rPr lang="en-GB" noProof="1" dirty="0" smtClean="0"/>
              <a:pPr/>
              <a:t>6</a:t>
            </a:fld>
            <a:endParaRPr lang="en-GB" noProof="1"/>
          </a:p>
        </p:txBody>
      </p:sp>
      <p:sp>
        <p:nvSpPr>
          <p:cNvPr id="5" name="Footer Placeholder 4">
            <a:extLst>
              <a:ext uri="{FF2B5EF4-FFF2-40B4-BE49-F238E27FC236}">
                <a16:creationId xmlns:a16="http://schemas.microsoft.com/office/drawing/2014/main" id="{1DD3F343-9909-1F81-3034-54724EADCA0A}"/>
              </a:ext>
            </a:extLst>
          </p:cNvPr>
          <p:cNvSpPr>
            <a:spLocks noGrp="1"/>
          </p:cNvSpPr>
          <p:nvPr>
            <p:ph type="ftr" sz="quarter" idx="3"/>
          </p:nvPr>
        </p:nvSpPr>
        <p:spPr/>
        <p:txBody>
          <a:bodyPr/>
          <a:lstStyle/>
          <a:p>
            <a:r>
              <a:rPr lang="en-GB" noProof="1"/>
              <a:t> </a:t>
            </a:r>
          </a:p>
        </p:txBody>
      </p:sp>
      <p:sp>
        <p:nvSpPr>
          <p:cNvPr id="9" name="Rectangle 1">
            <a:extLst>
              <a:ext uri="{FF2B5EF4-FFF2-40B4-BE49-F238E27FC236}">
                <a16:creationId xmlns:a16="http://schemas.microsoft.com/office/drawing/2014/main" id="{63D04243-02FC-03F3-B4F9-FCE9F656C49A}"/>
              </a:ext>
            </a:extLst>
          </p:cNvPr>
          <p:cNvSpPr>
            <a:spLocks noGrp="1" noChangeArrowheads="1"/>
          </p:cNvSpPr>
          <p:nvPr>
            <p:ph sz="quarter" idx="11"/>
          </p:nvPr>
        </p:nvSpPr>
        <p:spPr bwMode="auto">
          <a:xfrm>
            <a:off x="765174" y="2581244"/>
            <a:ext cx="3958135"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NL" altLang="en-NL" sz="1800" i="0" u="none" strike="noStrike" cap="none" normalizeH="0" baseline="0" dirty="0">
                <a:ln>
                  <a:noFill/>
                </a:ln>
                <a:solidFill>
                  <a:schemeClr val="tx1"/>
                </a:solidFill>
                <a:effectLst/>
                <a:latin typeface="Arial" panose="020B0604020202020204" pitchFamily="34" charset="0"/>
              </a:rPr>
              <a:t>Investor NPV: </a:t>
            </a:r>
            <a:endParaRPr kumimoji="0" lang="nl-NL" altLang="en-NL"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NL" altLang="en-NL" sz="1800" i="0" u="none" strike="noStrike" cap="none" normalizeH="0" baseline="0" dirty="0">
                <a:ln>
                  <a:noFill/>
                </a:ln>
                <a:solidFill>
                  <a:schemeClr val="tx1"/>
                </a:solidFill>
                <a:effectLst/>
                <a:latin typeface="Arial" panose="020B0604020202020204" pitchFamily="34" charset="0"/>
              </a:rPr>
              <a:t>Participation Rule: </a:t>
            </a:r>
            <a:endParaRPr kumimoji="0" lang="nl-NL" altLang="en-NL"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NL" altLang="en-NL" sz="1800" i="0" u="none" strike="noStrike" cap="none" normalizeH="0" baseline="0" dirty="0">
                <a:ln>
                  <a:noFill/>
                </a:ln>
                <a:solidFill>
                  <a:schemeClr val="tx1"/>
                </a:solidFill>
                <a:effectLst/>
                <a:latin typeface="Arial" panose="020B0604020202020204" pitchFamily="34" charset="0"/>
              </a:rPr>
              <a:t>Aggregator Target</a:t>
            </a:r>
            <a:r>
              <a:rPr kumimoji="0" lang="nl-NL" altLang="en-NL" sz="1800" i="0" u="none" strike="noStrike" cap="none" normalizeH="0" baseline="0" dirty="0">
                <a:ln>
                  <a:noFill/>
                </a:ln>
                <a:solidFill>
                  <a:schemeClr val="tx1"/>
                </a:solidFill>
                <a:effectLst/>
                <a:latin typeface="Arial" panose="020B0604020202020204" pitchFamily="34" charset="0"/>
              </a:rPr>
              <a:t> </a:t>
            </a:r>
            <a:r>
              <a:rPr kumimoji="0" lang="en-NL" altLang="en-NL" sz="1800" i="0" u="none" strike="noStrike" cap="none" normalizeH="0" baseline="0" dirty="0">
                <a:ln>
                  <a:noFill/>
                </a:ln>
                <a:solidFill>
                  <a:schemeClr val="tx1"/>
                </a:solidFill>
                <a:effectLst/>
                <a:latin typeface="Arial" panose="020B0604020202020204" pitchFamily="34" charset="0"/>
              </a:rPr>
              <a:t>Price</a:t>
            </a:r>
            <a:endParaRPr kumimoji="0" lang="nl-NL" altLang="en-NL" sz="18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NL" altLang="en-NL" sz="1800" b="1" i="0" u="none" strike="noStrike" cap="none" normalizeH="0" baseline="0" dirty="0">
                <a:ln>
                  <a:noFill/>
                </a:ln>
                <a:solidFill>
                  <a:schemeClr val="tx1"/>
                </a:solidFill>
                <a:effectLst/>
                <a:latin typeface="Arial" panose="020B0604020202020204" pitchFamily="34" charset="0"/>
              </a:rPr>
              <a:t> Update Rule</a:t>
            </a:r>
            <a:endParaRPr kumimoji="0" lang="en-NL" altLang="en-NL"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NL" altLang="en-NL" sz="1800" b="0" i="0" u="none" strike="noStrike" cap="none" normalizeH="0" baseline="0" dirty="0">
                <a:ln>
                  <a:noFill/>
                </a:ln>
                <a:solidFill>
                  <a:schemeClr val="tx1"/>
                </a:solidFill>
                <a:effectLst/>
                <a:latin typeface="Arial" panose="020B0604020202020204" pitchFamily="34" charset="0"/>
              </a:rPr>
              <a:t>Increase price if too many investors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NL" altLang="en-NL" sz="1800" b="0" i="0" u="none" strike="noStrike" cap="none" normalizeH="0" baseline="0" dirty="0">
                <a:ln>
                  <a:noFill/>
                </a:ln>
                <a:solidFill>
                  <a:schemeClr val="tx1"/>
                </a:solidFill>
                <a:effectLst/>
                <a:latin typeface="Arial" panose="020B0604020202020204" pitchFamily="34" charset="0"/>
              </a:rPr>
              <a:t>Decrease price if too few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NL" altLang="en-NL" sz="1800" b="0" i="0" u="none" strike="noStrike" cap="none" normalizeH="0" baseline="0" dirty="0">
                <a:ln>
                  <a:noFill/>
                </a:ln>
                <a:solidFill>
                  <a:schemeClr val="tx1"/>
                </a:solidFill>
                <a:effectLst/>
                <a:latin typeface="Arial" panose="020B0604020202020204" pitchFamily="34" charset="0"/>
              </a:rPr>
              <a:t>Stabilize when target met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NL" altLang="en-NL" sz="1800" b="1" i="0" u="none" strike="noStrike" cap="none" normalizeH="0" baseline="0" dirty="0">
                <a:ln>
                  <a:noFill/>
                </a:ln>
                <a:solidFill>
                  <a:schemeClr val="tx1"/>
                </a:solidFill>
                <a:effectLst/>
                <a:latin typeface="Arial" panose="020B0604020202020204" pitchFamily="34" charset="0"/>
              </a:rPr>
              <a:t>Contract Pricing Options</a:t>
            </a:r>
            <a:endParaRPr kumimoji="0" lang="en-NL" altLang="en-NL"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NL" altLang="en-NL" sz="1800" b="0" i="0" u="none" strike="noStrike" cap="none" normalizeH="0" baseline="0" dirty="0">
                <a:ln>
                  <a:noFill/>
                </a:ln>
                <a:solidFill>
                  <a:schemeClr val="tx1"/>
                </a:solidFill>
                <a:effectLst/>
                <a:latin typeface="Arial" panose="020B0604020202020204" pitchFamily="34" charset="0"/>
              </a:rPr>
              <a:t>Fixed increase: </a:t>
            </a:r>
            <a:endParaRPr kumimoji="0" lang="nl-NL" altLang="en-NL"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nl-NL" altLang="en-NL" dirty="0">
                <a:latin typeface="Arial" panose="020B0604020202020204" pitchFamily="34" charset="0"/>
              </a:rPr>
              <a:t>MinMax price aggreement: </a:t>
            </a:r>
            <a:endParaRPr kumimoji="0" lang="nl-NL" altLang="en-NL" sz="1800" b="0" i="0" u="none" strike="noStrike" cap="none" normalizeH="0" baseline="0" dirty="0">
              <a:ln>
                <a:noFill/>
              </a:ln>
              <a:solidFill>
                <a:schemeClr val="tx1"/>
              </a:solidFill>
              <a:effectLst/>
              <a:latin typeface="Arial" panose="020B0604020202020204" pitchFamily="34" charset="0"/>
            </a:endParaRPr>
          </a:p>
        </p:txBody>
      </p:sp>
      <p:pic>
        <p:nvPicPr>
          <p:cNvPr id="11" name="Graphic 10">
            <a:extLst>
              <a:ext uri="{FF2B5EF4-FFF2-40B4-BE49-F238E27FC236}">
                <a16:creationId xmlns:a16="http://schemas.microsoft.com/office/drawing/2014/main" id="{CCAD934B-0186-610F-177D-B9E85447E80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870696" y="2032070"/>
            <a:ext cx="1524000" cy="171450"/>
          </a:xfrm>
          <a:prstGeom prst="rect">
            <a:avLst/>
          </a:prstGeom>
        </p:spPr>
      </p:pic>
      <p:pic>
        <p:nvPicPr>
          <p:cNvPr id="13" name="Graphic 12">
            <a:extLst>
              <a:ext uri="{FF2B5EF4-FFF2-40B4-BE49-F238E27FC236}">
                <a16:creationId xmlns:a16="http://schemas.microsoft.com/office/drawing/2014/main" id="{F284CDD8-7E9B-834B-6F3B-0430689A8C2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454604" y="2659705"/>
            <a:ext cx="2486618" cy="528651"/>
          </a:xfrm>
          <a:prstGeom prst="rect">
            <a:avLst/>
          </a:prstGeom>
        </p:spPr>
      </p:pic>
      <p:pic>
        <p:nvPicPr>
          <p:cNvPr id="19" name="Graphic 18">
            <a:extLst>
              <a:ext uri="{FF2B5EF4-FFF2-40B4-BE49-F238E27FC236}">
                <a16:creationId xmlns:a16="http://schemas.microsoft.com/office/drawing/2014/main" id="{DD6F5613-FE14-DB63-C7F2-383D2C31A07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100675" y="4188584"/>
            <a:ext cx="2962275" cy="723900"/>
          </a:xfrm>
          <a:prstGeom prst="rect">
            <a:avLst/>
          </a:prstGeom>
        </p:spPr>
      </p:pic>
      <p:pic>
        <p:nvPicPr>
          <p:cNvPr id="21" name="Graphic 20">
            <a:extLst>
              <a:ext uri="{FF2B5EF4-FFF2-40B4-BE49-F238E27FC236}">
                <a16:creationId xmlns:a16="http://schemas.microsoft.com/office/drawing/2014/main" id="{A31B8E59-9F3E-3A53-CD54-1ABCE3C5CD59}"/>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210497" y="5230691"/>
            <a:ext cx="1219200" cy="190500"/>
          </a:xfrm>
          <a:prstGeom prst="rect">
            <a:avLst/>
          </a:prstGeom>
        </p:spPr>
      </p:pic>
      <p:pic>
        <p:nvPicPr>
          <p:cNvPr id="27" name="Graphic 26">
            <a:extLst>
              <a:ext uri="{FF2B5EF4-FFF2-40B4-BE49-F238E27FC236}">
                <a16:creationId xmlns:a16="http://schemas.microsoft.com/office/drawing/2014/main" id="{6B025FDC-8B0E-FA86-331B-376D7A12A2D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366538" y="3444133"/>
            <a:ext cx="2457450" cy="409575"/>
          </a:xfrm>
          <a:prstGeom prst="rect">
            <a:avLst/>
          </a:prstGeom>
        </p:spPr>
      </p:pic>
      <p:cxnSp>
        <p:nvCxnSpPr>
          <p:cNvPr id="33" name="Connector: Elbow 32">
            <a:extLst>
              <a:ext uri="{FF2B5EF4-FFF2-40B4-BE49-F238E27FC236}">
                <a16:creationId xmlns:a16="http://schemas.microsoft.com/office/drawing/2014/main" id="{C2C066D1-6163-DAE4-2F58-415D33489886}"/>
              </a:ext>
            </a:extLst>
          </p:cNvPr>
          <p:cNvCxnSpPr>
            <a:cxnSpLocks/>
          </p:cNvCxnSpPr>
          <p:nvPr/>
        </p:nvCxnSpPr>
        <p:spPr>
          <a:xfrm flipV="1">
            <a:off x="2553419" y="2117795"/>
            <a:ext cx="5109253" cy="656507"/>
          </a:xfrm>
          <a:prstGeom prst="bentConnector3">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35" name="Connector: Elbow 34">
            <a:extLst>
              <a:ext uri="{FF2B5EF4-FFF2-40B4-BE49-F238E27FC236}">
                <a16:creationId xmlns:a16="http://schemas.microsoft.com/office/drawing/2014/main" id="{50328457-6FEE-AFFC-4ECB-391AD5EAB96F}"/>
              </a:ext>
            </a:extLst>
          </p:cNvPr>
          <p:cNvCxnSpPr>
            <a:cxnSpLocks/>
          </p:cNvCxnSpPr>
          <p:nvPr/>
        </p:nvCxnSpPr>
        <p:spPr>
          <a:xfrm>
            <a:off x="3631721" y="3371272"/>
            <a:ext cx="3666226" cy="277648"/>
          </a:xfrm>
          <a:prstGeom prst="bentConnector3">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39" name="Connector: Elbow 38">
            <a:extLst>
              <a:ext uri="{FF2B5EF4-FFF2-40B4-BE49-F238E27FC236}">
                <a16:creationId xmlns:a16="http://schemas.microsoft.com/office/drawing/2014/main" id="{214F32FD-1F21-78F9-3389-10B221B58E73}"/>
              </a:ext>
            </a:extLst>
          </p:cNvPr>
          <p:cNvCxnSpPr>
            <a:cxnSpLocks/>
          </p:cNvCxnSpPr>
          <p:nvPr/>
        </p:nvCxnSpPr>
        <p:spPr>
          <a:xfrm>
            <a:off x="4825463" y="4012405"/>
            <a:ext cx="2054308" cy="538129"/>
          </a:xfrm>
          <a:prstGeom prst="bentConnector3">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4C8FA014-E729-73B7-3956-576924AE9A9C}"/>
              </a:ext>
            </a:extLst>
          </p:cNvPr>
          <p:cNvCxnSpPr>
            <a:cxnSpLocks/>
          </p:cNvCxnSpPr>
          <p:nvPr/>
        </p:nvCxnSpPr>
        <p:spPr>
          <a:xfrm flipV="1">
            <a:off x="3096883" y="3005050"/>
            <a:ext cx="4201064" cy="11095"/>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45" name="Right Brace 44">
            <a:extLst>
              <a:ext uri="{FF2B5EF4-FFF2-40B4-BE49-F238E27FC236}">
                <a16:creationId xmlns:a16="http://schemas.microsoft.com/office/drawing/2014/main" id="{5D5FA48D-94F4-4BA4-EE4F-C543BCB7375D}"/>
              </a:ext>
            </a:extLst>
          </p:cNvPr>
          <p:cNvSpPr/>
          <p:nvPr/>
        </p:nvSpPr>
        <p:spPr>
          <a:xfrm>
            <a:off x="4625966" y="3585397"/>
            <a:ext cx="126099" cy="854016"/>
          </a:xfrm>
          <a:prstGeom prst="rightBrace">
            <a:avLst/>
          </a:prstGeom>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cxnSp>
        <p:nvCxnSpPr>
          <p:cNvPr id="48" name="Connector: Elbow 47">
            <a:extLst>
              <a:ext uri="{FF2B5EF4-FFF2-40B4-BE49-F238E27FC236}">
                <a16:creationId xmlns:a16="http://schemas.microsoft.com/office/drawing/2014/main" id="{4053E9E5-6882-72B2-CAE6-43D5588FE473}"/>
              </a:ext>
            </a:extLst>
          </p:cNvPr>
          <p:cNvCxnSpPr>
            <a:cxnSpLocks/>
          </p:cNvCxnSpPr>
          <p:nvPr/>
        </p:nvCxnSpPr>
        <p:spPr>
          <a:xfrm>
            <a:off x="2553419" y="5001208"/>
            <a:ext cx="5564927" cy="419983"/>
          </a:xfrm>
          <a:prstGeom prst="bentConnector3">
            <a:avLst>
              <a:gd name="adj1" fmla="val 60954"/>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55" name="AutoShape 2" descr="equation">
            <a:extLst>
              <a:ext uri="{FF2B5EF4-FFF2-40B4-BE49-F238E27FC236}">
                <a16:creationId xmlns:a16="http://schemas.microsoft.com/office/drawing/2014/main" id="{76A50C6D-1CAF-1AC9-7A65-FB478703CF4C}"/>
              </a:ext>
            </a:extLst>
          </p:cNvPr>
          <p:cNvSpPr>
            <a:spLocks noChangeAspect="1" noChangeArrowheads="1"/>
          </p:cNvSpPr>
          <p:nvPr/>
        </p:nvSpPr>
        <p:spPr bwMode="auto">
          <a:xfrm>
            <a:off x="5943600" y="3276600"/>
            <a:ext cx="57560" cy="5756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56" name="Picture 55" descr="A black background with a black square&#10;&#10;AI-generated content may be incorrect.">
            <a:extLst>
              <a:ext uri="{FF2B5EF4-FFF2-40B4-BE49-F238E27FC236}">
                <a16:creationId xmlns:a16="http://schemas.microsoft.com/office/drawing/2014/main" id="{A9DE8E44-D053-AE12-C4FD-5EF5854CE55C}"/>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0594961" y="4527808"/>
            <a:ext cx="1387909" cy="119978"/>
          </a:xfrm>
          <a:prstGeom prst="rect">
            <a:avLst/>
          </a:prstGeom>
        </p:spPr>
      </p:pic>
      <p:pic>
        <p:nvPicPr>
          <p:cNvPr id="57" name="Picture 56" descr="A black background with a black square&#10;&#10;AI-generated content may be incorrect.">
            <a:extLst>
              <a:ext uri="{FF2B5EF4-FFF2-40B4-BE49-F238E27FC236}">
                <a16:creationId xmlns:a16="http://schemas.microsoft.com/office/drawing/2014/main" id="{44E32D58-8940-2AE0-6714-95D5B67340AE}"/>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10933907" y="4273928"/>
            <a:ext cx="780540" cy="113138"/>
          </a:xfrm>
          <a:prstGeom prst="rect">
            <a:avLst/>
          </a:prstGeom>
        </p:spPr>
      </p:pic>
      <p:sp>
        <p:nvSpPr>
          <p:cNvPr id="59" name="TextBox 58">
            <a:extLst>
              <a:ext uri="{FF2B5EF4-FFF2-40B4-BE49-F238E27FC236}">
                <a16:creationId xmlns:a16="http://schemas.microsoft.com/office/drawing/2014/main" id="{B75B7CA8-8AF7-519E-415B-F266F39A9225}"/>
              </a:ext>
            </a:extLst>
          </p:cNvPr>
          <p:cNvSpPr txBox="1"/>
          <p:nvPr/>
        </p:nvSpPr>
        <p:spPr bwMode="auto">
          <a:xfrm>
            <a:off x="10170977" y="4353107"/>
            <a:ext cx="368163" cy="172611"/>
          </a:xfrm>
          <a:prstGeom prst="rect">
            <a:avLst/>
          </a:prstGeom>
          <a:noFill/>
          <a:ln w="9525" algn="ctr">
            <a:noFill/>
            <a:miter lim="800000"/>
            <a:headEnd/>
            <a:tailEnd/>
          </a:ln>
        </p:spPr>
        <p:txBody>
          <a:bodyPr vert="horz" wrap="square" lIns="0" tIns="0" rIns="0" bIns="0" numCol="1" rtlCol="0" anchor="t" anchorCtr="0" compatLnSpc="1">
            <a:prstTxWarp prst="textNoShape">
              <a:avLst/>
            </a:prstTxWarp>
            <a:spAutoFit/>
          </a:bodyPr>
          <a:lstStyle/>
          <a:p>
            <a:pPr defTabSz="357708">
              <a:lnSpc>
                <a:spcPct val="140000"/>
              </a:lnSpc>
              <a:buClr>
                <a:schemeClr val="accent2"/>
              </a:buClr>
              <a:buSzPct val="75000"/>
            </a:pPr>
            <a:r>
              <a:rPr lang="en-GB" sz="900" dirty="0">
                <a:solidFill>
                  <a:srgbClr val="FF0000"/>
                </a:solidFill>
              </a:rPr>
              <a:t>OR</a:t>
            </a:r>
            <a:endParaRPr lang="en-GB" sz="1800" dirty="0">
              <a:solidFill>
                <a:srgbClr val="FF0000"/>
              </a:solidFill>
            </a:endParaRPr>
          </a:p>
        </p:txBody>
      </p:sp>
      <p:pic>
        <p:nvPicPr>
          <p:cNvPr id="61" name="Graphic 60">
            <a:extLst>
              <a:ext uri="{FF2B5EF4-FFF2-40B4-BE49-F238E27FC236}">
                <a16:creationId xmlns:a16="http://schemas.microsoft.com/office/drawing/2014/main" id="{897420A1-370D-12AB-E602-C4819042B4C7}"/>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0795539" y="4924417"/>
            <a:ext cx="1057275" cy="171450"/>
          </a:xfrm>
          <a:prstGeom prst="rect">
            <a:avLst/>
          </a:prstGeom>
        </p:spPr>
      </p:pic>
      <p:pic>
        <p:nvPicPr>
          <p:cNvPr id="66" name="Graphic 65">
            <a:extLst>
              <a:ext uri="{FF2B5EF4-FFF2-40B4-BE49-F238E27FC236}">
                <a16:creationId xmlns:a16="http://schemas.microsoft.com/office/drawing/2014/main" id="{43F4F7E1-343E-F5E1-33E3-24A5244A4F88}"/>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7454604" y="5956585"/>
            <a:ext cx="2524125" cy="180975"/>
          </a:xfrm>
          <a:prstGeom prst="rect">
            <a:avLst/>
          </a:prstGeom>
        </p:spPr>
      </p:pic>
      <p:pic>
        <p:nvPicPr>
          <p:cNvPr id="68" name="Graphic 67">
            <a:extLst>
              <a:ext uri="{FF2B5EF4-FFF2-40B4-BE49-F238E27FC236}">
                <a16:creationId xmlns:a16="http://schemas.microsoft.com/office/drawing/2014/main" id="{D4D34101-6ECC-2822-44B7-69296B568993}"/>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0647902" y="5184618"/>
            <a:ext cx="1352550" cy="161925"/>
          </a:xfrm>
          <a:prstGeom prst="rect">
            <a:avLst/>
          </a:prstGeom>
        </p:spPr>
      </p:pic>
      <p:cxnSp>
        <p:nvCxnSpPr>
          <p:cNvPr id="70" name="Connector: Elbow 69">
            <a:extLst>
              <a:ext uri="{FF2B5EF4-FFF2-40B4-BE49-F238E27FC236}">
                <a16:creationId xmlns:a16="http://schemas.microsoft.com/office/drawing/2014/main" id="{81F2EA76-D712-36DF-4F03-99D705BDA9E5}"/>
              </a:ext>
            </a:extLst>
          </p:cNvPr>
          <p:cNvCxnSpPr>
            <a:cxnSpLocks/>
          </p:cNvCxnSpPr>
          <p:nvPr/>
        </p:nvCxnSpPr>
        <p:spPr>
          <a:xfrm>
            <a:off x="3688702" y="5281127"/>
            <a:ext cx="3609245" cy="777769"/>
          </a:xfrm>
          <a:prstGeom prst="bentConnector3">
            <a:avLst>
              <a:gd name="adj1" fmla="val 50000"/>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160852A0-0983-5262-08FE-5B416F0E0EAC}"/>
              </a:ext>
            </a:extLst>
          </p:cNvPr>
          <p:cNvCxnSpPr/>
          <p:nvPr/>
        </p:nvCxnSpPr>
        <p:spPr>
          <a:xfrm>
            <a:off x="11324177" y="5449824"/>
            <a:ext cx="0" cy="252895"/>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78" name="TextBox 77">
            <a:extLst>
              <a:ext uri="{FF2B5EF4-FFF2-40B4-BE49-F238E27FC236}">
                <a16:creationId xmlns:a16="http://schemas.microsoft.com/office/drawing/2014/main" id="{6446986A-5199-6F0D-7066-D249FA55931A}"/>
              </a:ext>
            </a:extLst>
          </p:cNvPr>
          <p:cNvSpPr txBox="1"/>
          <p:nvPr/>
        </p:nvSpPr>
        <p:spPr bwMode="auto">
          <a:xfrm>
            <a:off x="10933907" y="5727543"/>
            <a:ext cx="845342" cy="632161"/>
          </a:xfrm>
          <a:prstGeom prst="rect">
            <a:avLst/>
          </a:prstGeom>
          <a:noFill/>
          <a:ln w="9525" algn="ctr">
            <a:noFill/>
            <a:miter lim="800000"/>
            <a:headEnd/>
            <a:tailEnd/>
          </a:ln>
        </p:spPr>
        <p:txBody>
          <a:bodyPr vert="horz" wrap="square" lIns="0" tIns="0" rIns="0" bIns="0" numCol="1" rtlCol="0" anchor="t" anchorCtr="0" compatLnSpc="1">
            <a:prstTxWarp prst="textNoShape">
              <a:avLst/>
            </a:prstTxWarp>
            <a:spAutoFit/>
          </a:bodyPr>
          <a:lstStyle/>
          <a:p>
            <a:pPr defTabSz="357708">
              <a:lnSpc>
                <a:spcPct val="140000"/>
              </a:lnSpc>
              <a:buClr>
                <a:schemeClr val="accent2"/>
              </a:buClr>
              <a:buSzPct val="75000"/>
            </a:pPr>
            <a:r>
              <a:rPr lang="en-GB" sz="600" dirty="0"/>
              <a:t>This fixes that the (non) popular feedstock aggregators have a unrealistic high or low cost.</a:t>
            </a:r>
          </a:p>
        </p:txBody>
      </p:sp>
    </p:spTree>
    <p:extLst>
      <p:ext uri="{BB962C8B-B14F-4D97-AF65-F5344CB8AC3E}">
        <p14:creationId xmlns:p14="http://schemas.microsoft.com/office/powerpoint/2010/main" val="2835130913"/>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89437A-2864-70D1-601F-BF5702BC8D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2F7DBE-3F19-E9FA-7EBD-95878714A12E}"/>
              </a:ext>
            </a:extLst>
          </p:cNvPr>
          <p:cNvSpPr>
            <a:spLocks noGrp="1"/>
          </p:cNvSpPr>
          <p:nvPr>
            <p:ph type="title"/>
          </p:nvPr>
        </p:nvSpPr>
        <p:spPr/>
        <p:txBody>
          <a:bodyPr/>
          <a:lstStyle/>
          <a:p>
            <a:r>
              <a:rPr lang="en-GB" dirty="0">
                <a:solidFill>
                  <a:srgbClr val="FF0000"/>
                </a:solidFill>
              </a:rPr>
              <a:t>Final Proposition</a:t>
            </a:r>
          </a:p>
        </p:txBody>
      </p:sp>
      <p:sp>
        <p:nvSpPr>
          <p:cNvPr id="4" name="Date Placeholder 3">
            <a:extLst>
              <a:ext uri="{FF2B5EF4-FFF2-40B4-BE49-F238E27FC236}">
                <a16:creationId xmlns:a16="http://schemas.microsoft.com/office/drawing/2014/main" id="{ACEE6A78-E3FE-EB98-2C5A-9B31C8B82DDA}"/>
              </a:ext>
            </a:extLst>
          </p:cNvPr>
          <p:cNvSpPr>
            <a:spLocks noGrp="1"/>
          </p:cNvSpPr>
          <p:nvPr>
            <p:ph type="dt" sz="half" idx="2"/>
          </p:nvPr>
        </p:nvSpPr>
        <p:spPr/>
        <p:txBody>
          <a:bodyPr/>
          <a:lstStyle/>
          <a:p>
            <a:r>
              <a:rPr lang="en-GB" noProof="1"/>
              <a:t>October 2025</a:t>
            </a:r>
          </a:p>
        </p:txBody>
      </p:sp>
      <p:sp>
        <p:nvSpPr>
          <p:cNvPr id="6" name="Slide Number Placeholder 5">
            <a:extLst>
              <a:ext uri="{FF2B5EF4-FFF2-40B4-BE49-F238E27FC236}">
                <a16:creationId xmlns:a16="http://schemas.microsoft.com/office/drawing/2014/main" id="{94447C94-8C27-B7D9-771A-989D023C7307}"/>
              </a:ext>
            </a:extLst>
          </p:cNvPr>
          <p:cNvSpPr>
            <a:spLocks noGrp="1"/>
          </p:cNvSpPr>
          <p:nvPr>
            <p:ph type="sldNum" sz="quarter" idx="4"/>
          </p:nvPr>
        </p:nvSpPr>
        <p:spPr/>
        <p:txBody>
          <a:bodyPr/>
          <a:lstStyle/>
          <a:p>
            <a:fld id="{D32BAE6A-B452-4007-8177-56DD051636F9}" type="slidenum">
              <a:rPr lang="en-GB" noProof="1" dirty="0" smtClean="0"/>
              <a:pPr/>
              <a:t>7</a:t>
            </a:fld>
            <a:endParaRPr lang="en-GB" noProof="1"/>
          </a:p>
        </p:txBody>
      </p:sp>
      <p:sp>
        <p:nvSpPr>
          <p:cNvPr id="5" name="Footer Placeholder 4">
            <a:extLst>
              <a:ext uri="{FF2B5EF4-FFF2-40B4-BE49-F238E27FC236}">
                <a16:creationId xmlns:a16="http://schemas.microsoft.com/office/drawing/2014/main" id="{3EBBCCE4-878B-5B82-9276-2D61FB15678B}"/>
              </a:ext>
            </a:extLst>
          </p:cNvPr>
          <p:cNvSpPr>
            <a:spLocks noGrp="1"/>
          </p:cNvSpPr>
          <p:nvPr>
            <p:ph type="ftr" sz="quarter" idx="3"/>
          </p:nvPr>
        </p:nvSpPr>
        <p:spPr/>
        <p:txBody>
          <a:bodyPr/>
          <a:lstStyle/>
          <a:p>
            <a:r>
              <a:rPr lang="en-GB" noProof="1"/>
              <a:t> </a:t>
            </a:r>
          </a:p>
        </p:txBody>
      </p:sp>
      <p:sp>
        <p:nvSpPr>
          <p:cNvPr id="8" name="Content Placeholder 7">
            <a:extLst>
              <a:ext uri="{FF2B5EF4-FFF2-40B4-BE49-F238E27FC236}">
                <a16:creationId xmlns:a16="http://schemas.microsoft.com/office/drawing/2014/main" id="{73C59764-E4DE-777F-AEEA-894E5D6F5CCF}"/>
              </a:ext>
            </a:extLst>
          </p:cNvPr>
          <p:cNvSpPr>
            <a:spLocks noGrp="1"/>
          </p:cNvSpPr>
          <p:nvPr>
            <p:ph sz="quarter" idx="11"/>
          </p:nvPr>
        </p:nvSpPr>
        <p:spPr>
          <a:xfrm>
            <a:off x="765678" y="1193445"/>
            <a:ext cx="10914063" cy="4694236"/>
          </a:xfrm>
        </p:spPr>
        <p:txBody>
          <a:bodyPr/>
          <a:lstStyle/>
          <a:p>
            <a:pPr algn="ctr"/>
            <a:r>
              <a:rPr lang="en-GB" sz="1600" b="1" dirty="0"/>
              <a:t>Contract Expiration, Re-Entry &amp; Plant Maintenance</a:t>
            </a:r>
            <a:endParaRPr lang="en-GB" sz="1600" dirty="0"/>
          </a:p>
          <a:p>
            <a:pPr algn="ctr"/>
            <a:endParaRPr lang="en-GB" sz="1200" dirty="0"/>
          </a:p>
          <a:p>
            <a:pPr marL="0" lvl="1" indent="0" algn="ctr">
              <a:buNone/>
            </a:pPr>
            <a:r>
              <a:rPr lang="en-GB" sz="1200" dirty="0"/>
              <a:t>Expired contracts free up capacity</a:t>
            </a:r>
          </a:p>
          <a:p>
            <a:pPr marL="0" lvl="1" indent="0" algn="ctr">
              <a:buNone/>
            </a:pPr>
            <a:endParaRPr lang="en-GB" sz="1200" dirty="0"/>
          </a:p>
          <a:p>
            <a:pPr marL="0" lvl="1" indent="0" algn="ctr">
              <a:buNone/>
            </a:pPr>
            <a:r>
              <a:rPr lang="en-GB" sz="1200" dirty="0"/>
              <a:t>The plants lifetime of about 60 years with constant increasing maintenance costs</a:t>
            </a:r>
          </a:p>
          <a:p>
            <a:pPr marL="0" lvl="1" indent="0" algn="ctr">
              <a:buNone/>
            </a:pPr>
            <a:endParaRPr lang="en-GB" sz="1200" dirty="0"/>
          </a:p>
          <a:p>
            <a:pPr marL="0" lvl="1" indent="0" algn="ctr">
              <a:buNone/>
            </a:pPr>
            <a:r>
              <a:rPr lang="en-GB" sz="1200" dirty="0"/>
              <a:t>Existing infrastructure due to bankrupt investors allows re-entry with lower CAPEX</a:t>
            </a:r>
          </a:p>
          <a:p>
            <a:pPr lvl="1" algn="ctr"/>
            <a:endParaRPr lang="en-GB" sz="1200" dirty="0"/>
          </a:p>
          <a:p>
            <a:pPr marL="0" lvl="1" indent="0" algn="ctr">
              <a:buNone/>
            </a:pPr>
            <a:r>
              <a:rPr lang="en-GB" sz="1200" dirty="0"/>
              <a:t>Bankruptcy scenarios allow new investors to use existing plants</a:t>
            </a:r>
          </a:p>
          <a:p>
            <a:pPr lvl="1" algn="ctr"/>
            <a:endParaRPr lang="en-GB" sz="1200" dirty="0"/>
          </a:p>
          <a:p>
            <a:pPr marL="0" lvl="1" indent="0" algn="ctr">
              <a:buNone/>
            </a:pPr>
            <a:r>
              <a:rPr lang="en-GB" sz="1200" dirty="0"/>
              <a:t>Higher feedstock prices possible due to lower entry costs</a:t>
            </a:r>
          </a:p>
          <a:p>
            <a:pPr algn="ctr"/>
            <a:endParaRPr lang="en-GB" sz="1200" dirty="0"/>
          </a:p>
          <a:p>
            <a:pPr algn="ctr"/>
            <a:endParaRPr lang="en-GB" sz="1200" dirty="0"/>
          </a:p>
          <a:p>
            <a:pPr algn="ctr"/>
            <a:r>
              <a:rPr lang="en-GB" sz="1200" b="1" dirty="0"/>
              <a:t>Questions arising: </a:t>
            </a:r>
          </a:p>
          <a:p>
            <a:pPr marL="342900" indent="-342900" algn="ctr">
              <a:buAutoNum type="arabicPeriod"/>
            </a:pPr>
            <a:r>
              <a:rPr lang="en-GB" sz="1200" dirty="0"/>
              <a:t>When is an investor bankrupt? Dr implementer </a:t>
            </a:r>
            <a:r>
              <a:rPr lang="en-GB" sz="1200" dirty="0" err="1"/>
              <a:t>en</a:t>
            </a:r>
            <a:r>
              <a:rPr lang="en-GB" sz="1200" dirty="0"/>
              <a:t> End of life </a:t>
            </a:r>
            <a:r>
              <a:rPr lang="en-GB" sz="1200" dirty="0" err="1"/>
              <a:t>erin</a:t>
            </a:r>
            <a:r>
              <a:rPr lang="en-GB" sz="1200" dirty="0"/>
              <a:t> </a:t>
            </a:r>
            <a:r>
              <a:rPr lang="en-GB" sz="1200" dirty="0" err="1"/>
              <a:t>zetten</a:t>
            </a:r>
            <a:endParaRPr lang="en-GB" sz="1200" dirty="0"/>
          </a:p>
          <a:p>
            <a:pPr marL="342900" indent="-342900" algn="ctr">
              <a:buAutoNum type="arabicPeriod"/>
            </a:pPr>
            <a:r>
              <a:rPr lang="en-GB" sz="1200" dirty="0"/>
              <a:t>What is the max number of investors of a plant? </a:t>
            </a:r>
          </a:p>
          <a:p>
            <a:pPr marL="342900" indent="-342900" algn="ctr">
              <a:buAutoNum type="arabicPeriod"/>
            </a:pPr>
            <a:r>
              <a:rPr lang="en-GB" sz="1200" dirty="0"/>
              <a:t>What is the minimum cost, maximum cost of the feedstock and the convergence constant? </a:t>
            </a:r>
          </a:p>
          <a:p>
            <a:pPr marL="342900" indent="-342900" algn="ctr">
              <a:buAutoNum type="arabicPeriod"/>
            </a:pPr>
            <a:r>
              <a:rPr lang="en-GB" sz="1200" dirty="0"/>
              <a:t>Bankrupt Plants reallocation will have big impact on feedstock price for 30 years. </a:t>
            </a:r>
            <a:r>
              <a:rPr lang="en-GB" sz="1200" dirty="0">
                <a:sym typeface="Wingdings" panose="05000000000000000000" pitchFamily="2" charset="2"/>
              </a:rPr>
              <a:t> is that realistic? Because it will probably always hit the price ceiling of feedstock. </a:t>
            </a:r>
            <a:endParaRPr lang="en-GB" sz="1200" dirty="0"/>
          </a:p>
          <a:p>
            <a:pPr marL="342900" indent="-342900" algn="ctr">
              <a:buAutoNum type="arabicPeriod"/>
            </a:pPr>
            <a:endParaRPr lang="en-GB" sz="1200" dirty="0"/>
          </a:p>
          <a:p>
            <a:pPr marL="342900" indent="-342900" algn="ctr">
              <a:buAutoNum type="arabicPeriod"/>
            </a:pPr>
            <a:endParaRPr lang="en-GB" sz="1200" dirty="0"/>
          </a:p>
        </p:txBody>
      </p:sp>
      <p:pic>
        <p:nvPicPr>
          <p:cNvPr id="9" name="Graphic 8">
            <a:extLst>
              <a:ext uri="{FF2B5EF4-FFF2-40B4-BE49-F238E27FC236}">
                <a16:creationId xmlns:a16="http://schemas.microsoft.com/office/drawing/2014/main" id="{BC65985C-8A85-DE04-0618-87B49637941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613109" y="2613976"/>
            <a:ext cx="1219200" cy="190500"/>
          </a:xfrm>
          <a:prstGeom prst="rect">
            <a:avLst/>
          </a:prstGeom>
        </p:spPr>
      </p:pic>
    </p:spTree>
    <p:extLst>
      <p:ext uri="{BB962C8B-B14F-4D97-AF65-F5344CB8AC3E}">
        <p14:creationId xmlns:p14="http://schemas.microsoft.com/office/powerpoint/2010/main" val="1434417318"/>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BA1AA-69EF-FE81-8C9F-0DA5BDB397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7F4A4B-9DF6-90D1-0FEE-6DA54B1C1D6C}"/>
              </a:ext>
            </a:extLst>
          </p:cNvPr>
          <p:cNvSpPr>
            <a:spLocks noGrp="1"/>
          </p:cNvSpPr>
          <p:nvPr>
            <p:ph type="title"/>
          </p:nvPr>
        </p:nvSpPr>
        <p:spPr/>
        <p:txBody>
          <a:bodyPr/>
          <a:lstStyle/>
          <a:p>
            <a:r>
              <a:rPr lang="en-GB" dirty="0">
                <a:solidFill>
                  <a:srgbClr val="FF0000"/>
                </a:solidFill>
              </a:rPr>
              <a:t>Final Proposition</a:t>
            </a:r>
          </a:p>
        </p:txBody>
      </p:sp>
      <p:sp>
        <p:nvSpPr>
          <p:cNvPr id="4" name="Date Placeholder 3">
            <a:extLst>
              <a:ext uri="{FF2B5EF4-FFF2-40B4-BE49-F238E27FC236}">
                <a16:creationId xmlns:a16="http://schemas.microsoft.com/office/drawing/2014/main" id="{1D0D9A33-0863-B31E-D6BC-D4FC48EDE3CD}"/>
              </a:ext>
            </a:extLst>
          </p:cNvPr>
          <p:cNvSpPr>
            <a:spLocks noGrp="1"/>
          </p:cNvSpPr>
          <p:nvPr>
            <p:ph type="dt" sz="half" idx="2"/>
          </p:nvPr>
        </p:nvSpPr>
        <p:spPr/>
        <p:txBody>
          <a:bodyPr/>
          <a:lstStyle/>
          <a:p>
            <a:r>
              <a:rPr lang="en-GB" noProof="1"/>
              <a:t>October 2025</a:t>
            </a:r>
          </a:p>
        </p:txBody>
      </p:sp>
      <p:sp>
        <p:nvSpPr>
          <p:cNvPr id="6" name="Slide Number Placeholder 5">
            <a:extLst>
              <a:ext uri="{FF2B5EF4-FFF2-40B4-BE49-F238E27FC236}">
                <a16:creationId xmlns:a16="http://schemas.microsoft.com/office/drawing/2014/main" id="{82DD428A-2A72-F183-0A92-1EE0C1160F9D}"/>
              </a:ext>
            </a:extLst>
          </p:cNvPr>
          <p:cNvSpPr>
            <a:spLocks noGrp="1"/>
          </p:cNvSpPr>
          <p:nvPr>
            <p:ph type="sldNum" sz="quarter" idx="4"/>
          </p:nvPr>
        </p:nvSpPr>
        <p:spPr/>
        <p:txBody>
          <a:bodyPr/>
          <a:lstStyle/>
          <a:p>
            <a:fld id="{D32BAE6A-B452-4007-8177-56DD051636F9}" type="slidenum">
              <a:rPr lang="en-GB" noProof="1" dirty="0" smtClean="0"/>
              <a:pPr/>
              <a:t>8</a:t>
            </a:fld>
            <a:endParaRPr lang="en-GB" noProof="1"/>
          </a:p>
        </p:txBody>
      </p:sp>
      <p:sp>
        <p:nvSpPr>
          <p:cNvPr id="5" name="Footer Placeholder 4">
            <a:extLst>
              <a:ext uri="{FF2B5EF4-FFF2-40B4-BE49-F238E27FC236}">
                <a16:creationId xmlns:a16="http://schemas.microsoft.com/office/drawing/2014/main" id="{138D763D-5542-2AAD-E26F-72E9A0F895B1}"/>
              </a:ext>
            </a:extLst>
          </p:cNvPr>
          <p:cNvSpPr>
            <a:spLocks noGrp="1"/>
          </p:cNvSpPr>
          <p:nvPr>
            <p:ph type="ftr" sz="quarter" idx="3"/>
          </p:nvPr>
        </p:nvSpPr>
        <p:spPr/>
        <p:txBody>
          <a:bodyPr/>
          <a:lstStyle/>
          <a:p>
            <a:r>
              <a:rPr lang="en-GB" noProof="1"/>
              <a:t> </a:t>
            </a:r>
          </a:p>
        </p:txBody>
      </p:sp>
      <p:sp>
        <p:nvSpPr>
          <p:cNvPr id="7" name="Rectangle 2">
            <a:extLst>
              <a:ext uri="{FF2B5EF4-FFF2-40B4-BE49-F238E27FC236}">
                <a16:creationId xmlns:a16="http://schemas.microsoft.com/office/drawing/2014/main" id="{85715455-868F-34FC-CEB7-B983B84D0025}"/>
              </a:ext>
            </a:extLst>
          </p:cNvPr>
          <p:cNvSpPr>
            <a:spLocks noGrp="1" noChangeArrowheads="1"/>
          </p:cNvSpPr>
          <p:nvPr>
            <p:ph sz="quarter" idx="11"/>
          </p:nvPr>
        </p:nvSpPr>
        <p:spPr bwMode="auto">
          <a:xfrm>
            <a:off x="1773936" y="2210794"/>
            <a:ext cx="8906256"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ctr"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nl-NL" altLang="en-NL" sz="1800" b="1" i="0" u="none" strike="noStrike" cap="none" normalizeH="0" baseline="0" dirty="0">
                <a:ln>
                  <a:noFill/>
                </a:ln>
                <a:solidFill>
                  <a:schemeClr val="tx1"/>
                </a:solidFill>
                <a:effectLst/>
              </a:rPr>
              <a:t>For now I think this can be tweeked to a final version. </a:t>
            </a:r>
          </a:p>
          <a:p>
            <a:pPr marL="285750" marR="0" lvl="0" indent="-285750" algn="ctr"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nl-NL" altLang="en-NL" sz="1800" b="1" i="0" u="none" strike="noStrike" cap="none" normalizeH="0" baseline="0" dirty="0">
              <a:ln>
                <a:noFill/>
              </a:ln>
              <a:solidFill>
                <a:schemeClr val="tx1"/>
              </a:solidFill>
              <a:effectLst/>
            </a:endParaRPr>
          </a:p>
          <a:p>
            <a:pPr marL="285750" marR="0" lvl="0" indent="-285750" algn="ctr"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nl-NL" altLang="en-NL" sz="1800" b="1" i="0" u="none" strike="noStrike" cap="none" normalizeH="0" baseline="0" dirty="0">
                <a:ln>
                  <a:noFill/>
                </a:ln>
                <a:solidFill>
                  <a:schemeClr val="tx1"/>
                </a:solidFill>
                <a:effectLst/>
              </a:rPr>
              <a:t>I can lay out a total oversight of how will be adjusting the code and where. fol</a:t>
            </a:r>
            <a:r>
              <a:rPr lang="nl-NL" altLang="en-NL" b="1" dirty="0"/>
              <a:t>lowing the </a:t>
            </a:r>
            <a:r>
              <a:rPr kumimoji="0" lang="nl-NL" altLang="en-NL" sz="1800" b="1" i="0" u="none" strike="noStrike" cap="none" normalizeH="0" baseline="0" dirty="0">
                <a:ln>
                  <a:noFill/>
                </a:ln>
                <a:solidFill>
                  <a:schemeClr val="tx1"/>
                </a:solidFill>
                <a:effectLst/>
              </a:rPr>
              <a:t> ISMM guide-lines</a:t>
            </a:r>
          </a:p>
          <a:p>
            <a:pPr marL="285750" marR="0" lvl="0" indent="-285750" algn="ctr"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nl-NL" altLang="en-NL" sz="1800" b="1" i="0" u="none" strike="noStrike" cap="none" normalizeH="0" baseline="0" dirty="0">
              <a:ln>
                <a:noFill/>
              </a:ln>
              <a:solidFill>
                <a:schemeClr val="tx1"/>
              </a:solidFill>
              <a:effectLst/>
            </a:endParaRPr>
          </a:p>
          <a:p>
            <a:pPr marL="285750" marR="0" lvl="0" indent="-285750" algn="ctr"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nl-NL" altLang="en-NL" sz="1800" b="1" i="0" u="none" strike="noStrike" cap="none" normalizeH="0" baseline="0" dirty="0">
                <a:ln>
                  <a:noFill/>
                </a:ln>
                <a:solidFill>
                  <a:schemeClr val="tx1"/>
                </a:solidFill>
                <a:effectLst/>
              </a:rPr>
              <a:t>I can make a working version of this mechanism after which we can decide to iterate once more. This time with the backup of a functioning version. </a:t>
            </a:r>
          </a:p>
          <a:p>
            <a:pPr marL="285750" marR="0" lvl="0" indent="-285750" algn="ctr"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nl-NL" altLang="en-NL" b="1" dirty="0"/>
          </a:p>
          <a:p>
            <a:pPr marL="285750" marR="0" lvl="0" indent="-285750" algn="ctr"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nl-NL" altLang="en-NL" b="1" dirty="0"/>
          </a:p>
        </p:txBody>
      </p:sp>
    </p:spTree>
    <p:extLst>
      <p:ext uri="{BB962C8B-B14F-4D97-AF65-F5344CB8AC3E}">
        <p14:creationId xmlns:p14="http://schemas.microsoft.com/office/powerpoint/2010/main" val="4024066813"/>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957320-360C-0A6B-D2E5-0C7D7C20B0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D105B9-E256-636E-466F-327D2347FED0}"/>
              </a:ext>
            </a:extLst>
          </p:cNvPr>
          <p:cNvSpPr>
            <a:spLocks noGrp="1"/>
          </p:cNvSpPr>
          <p:nvPr>
            <p:ph type="title"/>
          </p:nvPr>
        </p:nvSpPr>
        <p:spPr/>
        <p:txBody>
          <a:bodyPr/>
          <a:lstStyle/>
          <a:p>
            <a:endParaRPr lang="en-GB" dirty="0">
              <a:solidFill>
                <a:srgbClr val="FF0000"/>
              </a:solidFill>
            </a:endParaRPr>
          </a:p>
        </p:txBody>
      </p:sp>
      <p:sp>
        <p:nvSpPr>
          <p:cNvPr id="4" name="Date Placeholder 3">
            <a:extLst>
              <a:ext uri="{FF2B5EF4-FFF2-40B4-BE49-F238E27FC236}">
                <a16:creationId xmlns:a16="http://schemas.microsoft.com/office/drawing/2014/main" id="{38E141A6-6194-2490-20F6-8FD5B417FA59}"/>
              </a:ext>
            </a:extLst>
          </p:cNvPr>
          <p:cNvSpPr>
            <a:spLocks noGrp="1"/>
          </p:cNvSpPr>
          <p:nvPr>
            <p:ph type="dt" sz="half" idx="2"/>
          </p:nvPr>
        </p:nvSpPr>
        <p:spPr/>
        <p:txBody>
          <a:bodyPr/>
          <a:lstStyle/>
          <a:p>
            <a:r>
              <a:rPr lang="en-GB" noProof="1"/>
              <a:t>October 2025</a:t>
            </a:r>
          </a:p>
        </p:txBody>
      </p:sp>
      <p:sp>
        <p:nvSpPr>
          <p:cNvPr id="6" name="Slide Number Placeholder 5">
            <a:extLst>
              <a:ext uri="{FF2B5EF4-FFF2-40B4-BE49-F238E27FC236}">
                <a16:creationId xmlns:a16="http://schemas.microsoft.com/office/drawing/2014/main" id="{28EDE603-FA10-870A-71D9-B8519DE427CE}"/>
              </a:ext>
            </a:extLst>
          </p:cNvPr>
          <p:cNvSpPr>
            <a:spLocks noGrp="1"/>
          </p:cNvSpPr>
          <p:nvPr>
            <p:ph type="sldNum" sz="quarter" idx="4"/>
          </p:nvPr>
        </p:nvSpPr>
        <p:spPr/>
        <p:txBody>
          <a:bodyPr/>
          <a:lstStyle/>
          <a:p>
            <a:fld id="{D32BAE6A-B452-4007-8177-56DD051636F9}" type="slidenum">
              <a:rPr lang="en-GB" noProof="1" dirty="0" smtClean="0"/>
              <a:pPr/>
              <a:t>9</a:t>
            </a:fld>
            <a:endParaRPr lang="en-GB" noProof="1"/>
          </a:p>
        </p:txBody>
      </p:sp>
      <p:sp>
        <p:nvSpPr>
          <p:cNvPr id="5" name="Footer Placeholder 4">
            <a:extLst>
              <a:ext uri="{FF2B5EF4-FFF2-40B4-BE49-F238E27FC236}">
                <a16:creationId xmlns:a16="http://schemas.microsoft.com/office/drawing/2014/main" id="{EA953003-DF1B-C221-8FE0-F39016629080}"/>
              </a:ext>
            </a:extLst>
          </p:cNvPr>
          <p:cNvSpPr>
            <a:spLocks noGrp="1"/>
          </p:cNvSpPr>
          <p:nvPr>
            <p:ph type="ftr" sz="quarter" idx="3"/>
          </p:nvPr>
        </p:nvSpPr>
        <p:spPr/>
        <p:txBody>
          <a:bodyPr/>
          <a:lstStyle/>
          <a:p>
            <a:r>
              <a:rPr lang="en-GB" noProof="1"/>
              <a:t> </a:t>
            </a:r>
          </a:p>
        </p:txBody>
      </p:sp>
      <p:sp>
        <p:nvSpPr>
          <p:cNvPr id="7" name="Rectangle 2">
            <a:extLst>
              <a:ext uri="{FF2B5EF4-FFF2-40B4-BE49-F238E27FC236}">
                <a16:creationId xmlns:a16="http://schemas.microsoft.com/office/drawing/2014/main" id="{39F67096-596D-624F-9A27-73977D2A1F36}"/>
              </a:ext>
            </a:extLst>
          </p:cNvPr>
          <p:cNvSpPr>
            <a:spLocks noGrp="1" noChangeArrowheads="1"/>
          </p:cNvSpPr>
          <p:nvPr>
            <p:ph sz="quarter" idx="11"/>
          </p:nvPr>
        </p:nvSpPr>
        <p:spPr bwMode="auto">
          <a:xfrm>
            <a:off x="1773936" y="133312"/>
            <a:ext cx="8906256" cy="6740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ctr"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nl-NL" altLang="en-NL" b="1" dirty="0"/>
              <a:t>Prijs differentiatie tussen investors</a:t>
            </a:r>
          </a:p>
          <a:p>
            <a:pPr marL="285750" marR="0" lvl="0" indent="-285750" algn="ctr"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nl-NL" altLang="en-NL" b="1" dirty="0"/>
          </a:p>
          <a:p>
            <a:pPr marL="285750" marR="0" lvl="0" indent="-285750" algn="ctr"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nl-NL" altLang="en-NL" b="1" dirty="0"/>
              <a:t>80-90 afname    10% markt prijs saf vraag afhankelijk</a:t>
            </a:r>
          </a:p>
          <a:p>
            <a:pPr marL="285750" marR="0" lvl="0" indent="-285750" algn="ctr"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nl-NL" altLang="en-NL" b="1" dirty="0"/>
          </a:p>
          <a:p>
            <a:pPr marL="285750" marR="0" lvl="0" indent="-285750" algn="ctr"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nl-NL" altLang="en-NL" b="1" dirty="0"/>
              <a:t>Meeting 30/10/2025</a:t>
            </a:r>
          </a:p>
          <a:p>
            <a:pPr marL="285750" marR="0" lvl="0" indent="-285750" algn="ctr"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nl-NL" altLang="en-NL" b="1" dirty="0"/>
          </a:p>
          <a:p>
            <a:pPr marR="0" lvl="0" algn="ctr" defTabSz="914400" rtl="0" eaLnBrk="0" fontAlgn="base" latinLnBrk="0" hangingPunct="0">
              <a:lnSpc>
                <a:spcPct val="100000"/>
              </a:lnSpc>
              <a:spcBef>
                <a:spcPct val="0"/>
              </a:spcBef>
              <a:spcAft>
                <a:spcPct val="0"/>
              </a:spcAft>
              <a:buClrTx/>
              <a:buSzTx/>
              <a:tabLst/>
            </a:pPr>
            <a:r>
              <a:rPr lang="nl-NL" altLang="en-NL" b="1" dirty="0"/>
              <a:t>Het lijkt allemaal prima. Alleen deze formule was niet helemaal in de smaak gevallen. Voor nu is de opdracht om dit helemaal klaar te maken om te implementeren. Voor nu gaan we even de dynamik erin zetten zoals ie er nu staat. De enige puntjes waren nog wel dat de aggregators al blij oeten zijn met 1 investor. Dit betekent dat de N_arget niet helemaal voldoet. Hier moet nog iets op gevonden worden. Wel kan je als argument geven dat de vraag natuurlijk lijp omhoog gaat in de toekomst waardoor we de hele max capaciteit van de aggregator wordt gevraagd waarbij je dus wel deze dynamiek kan gaan gebruiken.  Ook moet er even een ander dynamiekje komen wa betreft de convergence. Nu zijn de stappen ongeveer alstijd alfa groot, dit moet veranderen naar een beter meetbare convergentie gebied. Nu zit t altijdtussen -3 alfa en 3 alfa en is de convergence dan alfa ofso. Dat klopt niet goed.</a:t>
            </a:r>
          </a:p>
          <a:p>
            <a:pPr marR="0" lvl="0" algn="ctr" defTabSz="914400" rtl="0" eaLnBrk="0" fontAlgn="base" latinLnBrk="0" hangingPunct="0">
              <a:lnSpc>
                <a:spcPct val="100000"/>
              </a:lnSpc>
              <a:spcBef>
                <a:spcPct val="0"/>
              </a:spcBef>
              <a:spcAft>
                <a:spcPct val="0"/>
              </a:spcAft>
              <a:buClrTx/>
              <a:buSzTx/>
              <a:tabLst/>
            </a:pPr>
            <a:endParaRPr lang="nl-NL" altLang="en-NL" b="1" dirty="0"/>
          </a:p>
          <a:p>
            <a:pPr marR="0" lvl="0" algn="ctr" defTabSz="914400" rtl="0" eaLnBrk="0" fontAlgn="base" latinLnBrk="0" hangingPunct="0">
              <a:lnSpc>
                <a:spcPct val="100000"/>
              </a:lnSpc>
              <a:spcBef>
                <a:spcPct val="0"/>
              </a:spcBef>
              <a:spcAft>
                <a:spcPct val="0"/>
              </a:spcAft>
              <a:buClrTx/>
              <a:buSzTx/>
              <a:tabLst/>
            </a:pPr>
            <a:r>
              <a:rPr lang="nl-NL" altLang="en-NL" b="1" dirty="0"/>
              <a:t>Probeer op een een of andere manier 80-90 procent in contracten te zetten (investor mag kezen hoeveel) dan de rest ordt met marktwerking verkocht. Supply and demand.</a:t>
            </a:r>
          </a:p>
          <a:p>
            <a:pPr marR="0" lvl="0" algn="ctr" defTabSz="914400" rtl="0" eaLnBrk="0" fontAlgn="base" latinLnBrk="0" hangingPunct="0">
              <a:lnSpc>
                <a:spcPct val="100000"/>
              </a:lnSpc>
              <a:spcBef>
                <a:spcPct val="0"/>
              </a:spcBef>
              <a:spcAft>
                <a:spcPct val="0"/>
              </a:spcAft>
              <a:buClrTx/>
              <a:buSzTx/>
              <a:tabLst/>
            </a:pPr>
            <a:endParaRPr lang="nl-NL" altLang="en-NL" b="1" dirty="0"/>
          </a:p>
          <a:p>
            <a:pPr marR="0" lvl="0" algn="ctr" defTabSz="914400" rtl="0" eaLnBrk="0" fontAlgn="base" latinLnBrk="0" hangingPunct="0">
              <a:lnSpc>
                <a:spcPct val="100000"/>
              </a:lnSpc>
              <a:spcBef>
                <a:spcPct val="0"/>
              </a:spcBef>
              <a:spcAft>
                <a:spcPct val="0"/>
              </a:spcAft>
              <a:buClrTx/>
              <a:buSzTx/>
              <a:tabLst/>
            </a:pPr>
            <a:endParaRPr lang="nl-NL" altLang="en-NL" b="1" dirty="0"/>
          </a:p>
          <a:p>
            <a:pPr marL="285750" marR="0" lvl="0" indent="-285750" algn="ctr"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nl-NL" altLang="en-NL" b="1" dirty="0"/>
          </a:p>
        </p:txBody>
      </p:sp>
      <p:pic>
        <p:nvPicPr>
          <p:cNvPr id="3" name="Graphic 2">
            <a:extLst>
              <a:ext uri="{FF2B5EF4-FFF2-40B4-BE49-F238E27FC236}">
                <a16:creationId xmlns:a16="http://schemas.microsoft.com/office/drawing/2014/main" id="{AEFF3AC0-15B0-B567-360E-6CAEB226AA1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03244" y="3904524"/>
            <a:ext cx="2524125" cy="180975"/>
          </a:xfrm>
          <a:prstGeom prst="rect">
            <a:avLst/>
          </a:prstGeom>
        </p:spPr>
      </p:pic>
    </p:spTree>
    <p:extLst>
      <p:ext uri="{BB962C8B-B14F-4D97-AF65-F5344CB8AC3E}">
        <p14:creationId xmlns:p14="http://schemas.microsoft.com/office/powerpoint/2010/main" val="2337337446"/>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p:sld>
</file>

<file path=ppt/theme/theme1.xml><?xml version="1.0" encoding="utf-8"?>
<a:theme xmlns:a="http://schemas.openxmlformats.org/drawingml/2006/main" name="Shell layouts with footer">
  <a:themeElements>
    <a:clrScheme name="Shell Colour Palette 2024">
      <a:dk1>
        <a:srgbClr val="4A4A4A"/>
      </a:dk1>
      <a:lt1>
        <a:srgbClr val="FFFFFF"/>
      </a:lt1>
      <a:dk2>
        <a:srgbClr val="919191"/>
      </a:dk2>
      <a:lt2>
        <a:srgbClr val="F5F5F5"/>
      </a:lt2>
      <a:accent1>
        <a:srgbClr val="FFC600"/>
      </a:accent1>
      <a:accent2>
        <a:srgbClr val="DD1D21"/>
      </a:accent2>
      <a:accent3>
        <a:srgbClr val="336094"/>
      </a:accent3>
      <a:accent4>
        <a:srgbClr val="86207C"/>
      </a:accent4>
      <a:accent5>
        <a:srgbClr val="617E31"/>
      </a:accent5>
      <a:accent6>
        <a:srgbClr val="ED8A00"/>
      </a:accent6>
      <a:hlink>
        <a:srgbClr val="336094"/>
      </a:hlink>
      <a:folHlink>
        <a:srgbClr val="336094"/>
      </a:folHlink>
    </a:clrScheme>
    <a:fontScheme name="Shell Font Theme">
      <a:majorFont>
        <a:latin typeface="ShellHeavy"/>
        <a:ea typeface=""/>
        <a:cs typeface=""/>
      </a:majorFont>
      <a:minorFont>
        <a:latin typeface="ShellMedium"/>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auto">
        <a:noFill/>
        <a:ln w="9525" algn="ctr">
          <a:noFill/>
          <a:miter lim="800000"/>
          <a:headEnd/>
          <a:tailEnd/>
        </a:ln>
      </a:spPr>
      <a:bodyPr vert="horz" wrap="square" lIns="0" tIns="0" rIns="0" bIns="0" numCol="1" rtlCol="0" anchor="t" anchorCtr="0" compatLnSpc="1">
        <a:prstTxWarp prst="textNoShape">
          <a:avLst/>
        </a:prstTxWarp>
        <a:spAutoFit/>
      </a:bodyPr>
      <a:lstStyle>
        <a:defPPr marL="230400" indent="-230400" defTabSz="357708">
          <a:lnSpc>
            <a:spcPct val="140000"/>
          </a:lnSpc>
          <a:buClr>
            <a:schemeClr val="accent2"/>
          </a:buClr>
          <a:buSzPct val="75000"/>
          <a:buFont typeface="Wingdings" panose="05000000000000000000" pitchFamily="2" charset="2"/>
          <a:buChar char=""/>
          <a:defRPr sz="1800" dirty="0" err="1"/>
        </a:defPPr>
      </a:lstStyle>
    </a:txDef>
  </a:objectDefaults>
  <a:extraClrSchemeLst/>
  <a:custClrLst>
    <a:custClr name="Main Yellow 200">
      <a:srgbClr val="FFC600"/>
    </a:custClr>
    <a:custClr name="Main Shell Red">
      <a:srgbClr val="DD1D21"/>
    </a:custClr>
    <a:custClr name="Main Shell Grey 700">
      <a:srgbClr val="4A4A4A"/>
    </a:custClr>
    <a:custClr name="Main Night 600">
      <a:srgbClr val="336094"/>
    </a:custClr>
    <a:custClr name="Main Ocean 400">
      <a:srgbClr val="0097A9"/>
    </a:custClr>
    <a:custClr name="Main Sky 400">
      <a:srgbClr val="0097BB"/>
    </a:custClr>
    <a:custClr name="Main Violet 500">
      <a:srgbClr val="9A60A4"/>
    </a:custClr>
    <a:custClr name="Main Sunset 500">
      <a:srgbClr val="D54410"/>
    </a:custClr>
    <a:custClr name="Main Sand 100">
      <a:srgbClr val="E1DDA9"/>
    </a:custClr>
    <a:custClr name="Main Earth 700">
      <a:srgbClr val="743A1E"/>
    </a:custClr>
    <a:custClr name="Shell Yellow 50">
      <a:srgbClr val="FFF7B4"/>
    </a:custClr>
    <a:custClr name="Shell Red 300">
      <a:srgbClr val="FF887B"/>
    </a:custClr>
    <a:custClr name="Shell Grey 900">
      <a:srgbClr val="292929"/>
    </a:custClr>
    <a:custClr name="Night 400">
      <a:srgbClr val="6E94C0"/>
    </a:custClr>
    <a:custClr name="Ocean 600">
      <a:srgbClr val="006B7B"/>
    </a:custClr>
    <a:custClr name="Sky 200">
      <a:srgbClr val="95C9DC"/>
    </a:custClr>
    <a:custClr name="Violet 300">
      <a:srgbClr val="C39EC9"/>
    </a:custClr>
    <a:custClr name="Sunset 300">
      <a:srgbClr val="FF8966"/>
    </a:custClr>
    <a:custClr name="Sand 400">
      <a:srgbClr val="979361"/>
    </a:custClr>
    <a:custClr name="Earth 500">
      <a:srgbClr val="9E684F"/>
    </a:custClr>
    <a:custClr name="White">
      <a:srgbClr val="FFFFFF"/>
    </a:custClr>
    <a:custClr name="Shell Red 100">
      <a:srgbClr val="FFD6D0"/>
    </a:custClr>
    <a:custClr name="Shell Grey 400">
      <a:srgbClr val="919191"/>
    </a:custClr>
    <a:custClr name="Night 200">
      <a:srgbClr val="ACC3DE"/>
    </a:custClr>
    <a:custClr name="Ocean 200">
      <a:srgbClr val="81CCD9"/>
    </a:custClr>
    <a:custClr name="Main Forrest 500">
      <a:srgbClr val="008557"/>
    </a:custClr>
    <a:custClr name="Violet 100">
      <a:srgbClr val="E9DBEB"/>
    </a:custClr>
    <a:custClr name="Sunset 100">
      <a:srgbClr val="FFD7C8"/>
    </a:custClr>
    <a:custClr name="Main Stone 300">
      <a:srgbClr val="B6B099"/>
    </a:custClr>
    <a:custClr name="Earth 300&#10;">
      <a:srgbClr val="C3A494"/>
    </a:custClr>
    <a:custClr name="White">
      <a:srgbClr val="FFFFFF"/>
    </a:custClr>
    <a:custClr name="White">
      <a:srgbClr val="FFFFFF"/>
    </a:custClr>
    <a:custClr name="Grey 50">
      <a:srgbClr val="F5F5F5"/>
    </a:custClr>
    <a:custClr name="Main Grass 200">
      <a:srgbClr val="A0C963"/>
    </a:custClr>
    <a:custClr name="Main Seaweed 300">
      <a:srgbClr val="A8B11A"/>
    </a:custClr>
    <a:custClr name="Forrest 300">
      <a:srgbClr val="6FB993"/>
    </a:custClr>
    <a:custClr name="Main Berry 700">
      <a:srgbClr val="86207C"/>
    </a:custClr>
    <a:custClr name="Main Sunrise 300">
      <a:srgbClr val="ED8A00"/>
    </a:custClr>
    <a:custClr name="Stone 100">
      <a:srgbClr val="E4DFCF"/>
    </a:custClr>
    <a:custClr name="White">
      <a:srgbClr val="FFFFFF"/>
    </a:custClr>
    <a:custClr name="White">
      <a:srgbClr val="FFFFFF"/>
    </a:custClr>
    <a:custClr name="White">
      <a:srgbClr val="FFFFFF"/>
    </a:custClr>
    <a:custClr name="White">
      <a:srgbClr val="FFFFFF"/>
    </a:custClr>
    <a:custClr name="White">
      <a:srgbClr val="FFFFFF"/>
    </a:custClr>
    <a:custClr name="Seaweed 100">
      <a:srgbClr val="DDE599"/>
    </a:custClr>
    <a:custClr name="Forrest 100">
      <a:srgbClr val="CBE6D7"/>
    </a:custClr>
    <a:custClr name="Berry 500">
      <a:srgbClr val="A65A9B"/>
    </a:custClr>
    <a:custClr name="Sunrise 100">
      <a:srgbClr val="FFDAAE"/>
    </a:custClr>
    <a:custClr name="White">
      <a:srgbClr val="FFFFFF"/>
    </a:custClr>
    <a:custClr name="White">
      <a:srgbClr val="FFFFFF"/>
    </a:custClr>
  </a:custClrLst>
  <a:extLst>
    <a:ext uri="{05A4C25C-085E-4340-85A3-A5531E510DB2}">
      <thm15:themeFamily xmlns:thm15="http://schemas.microsoft.com/office/thememl/2012/main" name="Onscreen;2057;Pos1;Date1;Widescreen Shell template - 16x9 V1-112.potx" id="{1987D5A3-51A0-445B-9FAC-861F450D6093}" vid="{2D737C8F-4E59-4B99-8821-88CEAE92E746}"/>
    </a:ext>
  </a:extLst>
</a:theme>
</file>

<file path=ppt/theme/theme2.xml><?xml version="1.0" encoding="utf-8"?>
<a:theme xmlns:a="http://schemas.openxmlformats.org/drawingml/2006/main" name="Office Theme">
  <a:themeElements>
    <a:clrScheme name="Shell Colour Palette 2023">
      <a:dk1>
        <a:srgbClr val="4A4A4A"/>
      </a:dk1>
      <a:lt1>
        <a:srgbClr val="FFFFFF"/>
      </a:lt1>
      <a:dk2>
        <a:srgbClr val="919191"/>
      </a:dk2>
      <a:lt2>
        <a:srgbClr val="E0E0E0"/>
      </a:lt2>
      <a:accent1>
        <a:srgbClr val="FFC600"/>
      </a:accent1>
      <a:accent2>
        <a:srgbClr val="DD1D21"/>
      </a:accent2>
      <a:accent3>
        <a:srgbClr val="336094"/>
      </a:accent3>
      <a:accent4>
        <a:srgbClr val="86207C"/>
      </a:accent4>
      <a:accent5>
        <a:srgbClr val="617E31"/>
      </a:accent5>
      <a:accent6>
        <a:srgbClr val="ED8A00"/>
      </a:accent6>
      <a:hlink>
        <a:srgbClr val="336094"/>
      </a:hlink>
      <a:folHlink>
        <a:srgbClr val="336094"/>
      </a:folHlink>
    </a:clrScheme>
    <a:fontScheme name="Office">
      <a:majorFont>
        <a:latin typeface="ShellMedium"/>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ShellMedium"/>
        <a:ea typeface=""/>
        <a:cs typeface=""/>
        <a:font script="Jpan" typeface="ＭＳ Ｐゴシック"/>
        <a:font script="Hang" typeface="맑은 고딕"/>
        <a:font script="Hans" typeface="宋体"/>
        <a:font script="Hant" typeface="新細明體"/>
        <a:font script="Arab" typeface="ShellMedium"/>
        <a:font script="Hebr" typeface="ShellMedium"/>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ShellMedium"/>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Shell Colour Palette 2023">
      <a:dk1>
        <a:srgbClr val="4A4A4A"/>
      </a:dk1>
      <a:lt1>
        <a:srgbClr val="FFFFFF"/>
      </a:lt1>
      <a:dk2>
        <a:srgbClr val="919191"/>
      </a:dk2>
      <a:lt2>
        <a:srgbClr val="E0E0E0"/>
      </a:lt2>
      <a:accent1>
        <a:srgbClr val="FFC600"/>
      </a:accent1>
      <a:accent2>
        <a:srgbClr val="DD1D21"/>
      </a:accent2>
      <a:accent3>
        <a:srgbClr val="336094"/>
      </a:accent3>
      <a:accent4>
        <a:srgbClr val="86207C"/>
      </a:accent4>
      <a:accent5>
        <a:srgbClr val="617E31"/>
      </a:accent5>
      <a:accent6>
        <a:srgbClr val="ED8A00"/>
      </a:accent6>
      <a:hlink>
        <a:srgbClr val="336094"/>
      </a:hlink>
      <a:folHlink>
        <a:srgbClr val="336094"/>
      </a:folHlink>
    </a:clrScheme>
    <a:fontScheme name="Office">
      <a:majorFont>
        <a:latin typeface="ShellMedium"/>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ShellMedium"/>
        <a:ea typeface=""/>
        <a:cs typeface=""/>
        <a:font script="Jpan" typeface="ＭＳ Ｐゴシック"/>
        <a:font script="Hang" typeface="맑은 고딕"/>
        <a:font script="Hans" typeface="宋体"/>
        <a:font script="Hant" typeface="新細明體"/>
        <a:font script="Arab" typeface="ShellMedium"/>
        <a:font script="Hebr" typeface="ShellMedium"/>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ShellMedium"/>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d0cb1e24-a0e2-4a4c-9340-733297c9cd7c}" enabled="1" method="Privileged" siteId="{db1e96a8-a3da-442a-930b-235cac24cd5c}" contentBits="0" removed="0"/>
</clbl:labelList>
</file>

<file path=docProps/app.xml><?xml version="1.0" encoding="utf-8"?>
<Properties xmlns="http://schemas.openxmlformats.org/officeDocument/2006/extended-properties" xmlns:vt="http://schemas.openxmlformats.org/officeDocument/2006/docPropsVTypes">
  <Template>Onscreen;2057;Pos1;Date1;Widescreen Shell template - 16x9 V1-112</Template>
  <TotalTime>2902</TotalTime>
  <Words>673</Words>
  <Application>Microsoft Office PowerPoint</Application>
  <PresentationFormat>Widescreen</PresentationFormat>
  <Paragraphs>123</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Wingdings</vt:lpstr>
      <vt:lpstr>ShellHeavy</vt:lpstr>
      <vt:lpstr>Arial</vt:lpstr>
      <vt:lpstr>ShellMedium</vt:lpstr>
      <vt:lpstr>Shell layouts with footer</vt:lpstr>
      <vt:lpstr>Feedstock Aggregator - Investor Market Dynamic 2</vt:lpstr>
      <vt:lpstr>Agenda</vt:lpstr>
      <vt:lpstr>(Problem) Statements</vt:lpstr>
      <vt:lpstr>Subproblems</vt:lpstr>
      <vt:lpstr>Proposed approach</vt:lpstr>
      <vt:lpstr>Mathematical formulation</vt:lpstr>
      <vt:lpstr>Final Proposition</vt:lpstr>
      <vt:lpstr>Final Proposition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Weijland, Jelle GSNL-PTX/R/O</dc:creator>
  <cp:lastModifiedBy>Weijland, Jelle GSNL-PTX/R/O</cp:lastModifiedBy>
  <cp:revision>1</cp:revision>
  <dcterms:created xsi:type="dcterms:W3CDTF">2025-10-29T10:10:46Z</dcterms:created>
  <dcterms:modified xsi:type="dcterms:W3CDTF">2025-10-31T10:33:36Z</dcterms:modified>
  <cp:category>Shell_IC: INTERNAL</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WizKit Template Type">
    <vt:lpwstr>Widescreen</vt:lpwstr>
  </property>
  <property fmtid="{D5CDD505-2E9C-101B-9397-08002B2CF9AE}" pid="3" name="WizKit Template Version">
    <vt:i4>6</vt:i4>
  </property>
</Properties>
</file>